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9" r:id="rId5"/>
    <p:sldId id="261" r:id="rId6"/>
    <p:sldId id="262" r:id="rId7"/>
    <p:sldId id="263" r:id="rId8"/>
    <p:sldId id="264" r:id="rId9"/>
    <p:sldId id="270" r:id="rId10"/>
    <p:sldId id="271" r:id="rId11"/>
    <p:sldId id="266" r:id="rId12"/>
    <p:sldId id="272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107088-0AE9-4A46-AAE1-9A4AD54AA724}" v="4167" dt="2026-09-28T14:19:36.0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三岁 马" userId="10518ebf79b44a85" providerId="Windows Live" clId="Web-{53107088-0AE9-4A46-AAE1-9A4AD54AA724}"/>
    <pc:docChg chg="addSld delSld modSld sldOrd">
      <pc:chgData name="三岁 马" userId="10518ebf79b44a85" providerId="Windows Live" clId="Web-{53107088-0AE9-4A46-AAE1-9A4AD54AA724}" dt="2026-09-28T14:19:34.343" v="3132" actId="20577"/>
      <pc:docMkLst>
        <pc:docMk/>
      </pc:docMkLst>
      <pc:sldChg chg="addSp delSp modSp mod setBg">
        <pc:chgData name="三岁 马" userId="10518ebf79b44a85" providerId="Windows Live" clId="Web-{53107088-0AE9-4A46-AAE1-9A4AD54AA724}" dt="2026-09-28T10:45:15.064" v="23" actId="1076"/>
        <pc:sldMkLst>
          <pc:docMk/>
          <pc:sldMk cId="703088496" sldId="256"/>
        </pc:sldMkLst>
        <pc:spChg chg="del">
          <ac:chgData name="三岁 马" userId="10518ebf79b44a85" providerId="Windows Live" clId="Web-{53107088-0AE9-4A46-AAE1-9A4AD54AA724}" dt="2026-09-28T10:40:32.771" v="1"/>
          <ac:spMkLst>
            <pc:docMk/>
            <pc:sldMk cId="703088496" sldId="256"/>
            <ac:spMk id="2" creationId="{00000000-0000-0000-0000-000000000000}"/>
          </ac:spMkLst>
        </pc:spChg>
        <pc:spChg chg="del">
          <ac:chgData name="三岁 马" userId="10518ebf79b44a85" providerId="Windows Live" clId="Web-{53107088-0AE9-4A46-AAE1-9A4AD54AA724}" dt="2026-09-28T10:40:32.771" v="0"/>
          <ac:spMkLst>
            <pc:docMk/>
            <pc:sldMk cId="703088496" sldId="256"/>
            <ac:spMk id="3" creationId="{00000000-0000-0000-0000-000000000000}"/>
          </ac:spMkLst>
        </pc:spChg>
        <pc:spChg chg="add del">
          <ac:chgData name="三岁 马" userId="10518ebf79b44a85" providerId="Windows Live" clId="Web-{53107088-0AE9-4A46-AAE1-9A4AD54AA724}" dt="2026-09-28T10:44:11.795" v="4"/>
          <ac:spMkLst>
            <pc:docMk/>
            <pc:sldMk cId="703088496" sldId="256"/>
            <ac:spMk id="4" creationId="{8ABF7CA7-BF0D-B720-D0FC-27C7387F7A4B}"/>
          </ac:spMkLst>
        </pc:spChg>
        <pc:spChg chg="add mod">
          <ac:chgData name="三岁 马" userId="10518ebf79b44a85" providerId="Windows Live" clId="Web-{53107088-0AE9-4A46-AAE1-9A4AD54AA724}" dt="2026-09-28T10:45:15.064" v="23" actId="1076"/>
          <ac:spMkLst>
            <pc:docMk/>
            <pc:sldMk cId="703088496" sldId="256"/>
            <ac:spMk id="5" creationId="{DA8138FD-CFD1-6C6E-35C8-E52A0F5669B3}"/>
          </ac:spMkLst>
        </pc:spChg>
      </pc:sldChg>
      <pc:sldChg chg="new del">
        <pc:chgData name="三岁 马" userId="10518ebf79b44a85" providerId="Windows Live" clId="Web-{53107088-0AE9-4A46-AAE1-9A4AD54AA724}" dt="2026-09-28T10:45:21.298" v="26"/>
        <pc:sldMkLst>
          <pc:docMk/>
          <pc:sldMk cId="1575778190" sldId="257"/>
        </pc:sldMkLst>
      </pc:sldChg>
      <pc:sldChg chg="addSp delSp modSp add replId">
        <pc:chgData name="三岁 马" userId="10518ebf79b44a85" providerId="Windows Live" clId="Web-{53107088-0AE9-4A46-AAE1-9A4AD54AA724}" dt="2026-09-28T11:23:50.935" v="119" actId="1076"/>
        <pc:sldMkLst>
          <pc:docMk/>
          <pc:sldMk cId="2695521411" sldId="258"/>
        </pc:sldMkLst>
        <pc:spChg chg="add mod">
          <ac:chgData name="三岁 马" userId="10518ebf79b44a85" providerId="Windows Live" clId="Web-{53107088-0AE9-4A46-AAE1-9A4AD54AA724}" dt="2026-09-28T11:23:26.107" v="106" actId="1076"/>
          <ac:spMkLst>
            <pc:docMk/>
            <pc:sldMk cId="2695521411" sldId="258"/>
            <ac:spMk id="2" creationId="{54BA83F9-6ABD-6CBD-6F00-049CD317287E}"/>
          </ac:spMkLst>
        </pc:spChg>
        <pc:spChg chg="add mod">
          <ac:chgData name="三岁 马" userId="10518ebf79b44a85" providerId="Windows Live" clId="Web-{53107088-0AE9-4A46-AAE1-9A4AD54AA724}" dt="2026-09-28T11:23:50.935" v="119" actId="1076"/>
          <ac:spMkLst>
            <pc:docMk/>
            <pc:sldMk cId="2695521411" sldId="258"/>
            <ac:spMk id="3" creationId="{21FD3CF3-ACAE-A46A-1D38-1E2DC86F3DC2}"/>
          </ac:spMkLst>
        </pc:spChg>
        <pc:spChg chg="del">
          <ac:chgData name="三岁 马" userId="10518ebf79b44a85" providerId="Windows Live" clId="Web-{53107088-0AE9-4A46-AAE1-9A4AD54AA724}" dt="2026-09-28T10:45:23.001" v="27"/>
          <ac:spMkLst>
            <pc:docMk/>
            <pc:sldMk cId="2695521411" sldId="258"/>
            <ac:spMk id="5" creationId="{BEB68097-028E-90D3-9497-C22D8A70CC1B}"/>
          </ac:spMkLst>
        </pc:spChg>
      </pc:sldChg>
      <pc:sldChg chg="addSp delSp modSp add replId">
        <pc:chgData name="三岁 马" userId="10518ebf79b44a85" providerId="Windows Live" clId="Web-{53107088-0AE9-4A46-AAE1-9A4AD54AA724}" dt="2026-09-28T14:17:12.226" v="3076" actId="20577"/>
        <pc:sldMkLst>
          <pc:docMk/>
          <pc:sldMk cId="2348564642" sldId="259"/>
        </pc:sldMkLst>
        <pc:spChg chg="del">
          <ac:chgData name="三岁 马" userId="10518ebf79b44a85" providerId="Windows Live" clId="Web-{53107088-0AE9-4A46-AAE1-9A4AD54AA724}" dt="2026-09-28T11:24:15.420" v="123"/>
          <ac:spMkLst>
            <pc:docMk/>
            <pc:sldMk cId="2348564642" sldId="259"/>
            <ac:spMk id="2" creationId="{A5B64294-805E-B8D3-5E8D-CE03BCCCE370}"/>
          </ac:spMkLst>
        </pc:spChg>
        <pc:spChg chg="add del">
          <ac:chgData name="三岁 马" userId="10518ebf79b44a85" providerId="Windows Live" clId="Web-{53107088-0AE9-4A46-AAE1-9A4AD54AA724}" dt="2026-09-28T12:46:55.054" v="607"/>
          <ac:spMkLst>
            <pc:docMk/>
            <pc:sldMk cId="2348564642" sldId="259"/>
            <ac:spMk id="2" creationId="{B92ED608-7439-4979-F6C5-939945CC90F6}"/>
          </ac:spMkLst>
        </pc:spChg>
        <pc:spChg chg="mod">
          <ac:chgData name="三岁 马" userId="10518ebf79b44a85" providerId="Windows Live" clId="Web-{53107088-0AE9-4A46-AAE1-9A4AD54AA724}" dt="2026-09-28T11:24:20.514" v="126" actId="1076"/>
          <ac:spMkLst>
            <pc:docMk/>
            <pc:sldMk cId="2348564642" sldId="259"/>
            <ac:spMk id="3" creationId="{F1EE17F9-F954-6C59-BD8E-6AD41E643EED}"/>
          </ac:spMkLst>
        </pc:spChg>
        <pc:spChg chg="add del">
          <ac:chgData name="三岁 马" userId="10518ebf79b44a85" providerId="Windows Live" clId="Web-{53107088-0AE9-4A46-AAE1-9A4AD54AA724}" dt="2026-09-28T13:03:42.099" v="609"/>
          <ac:spMkLst>
            <pc:docMk/>
            <pc:sldMk cId="2348564642" sldId="259"/>
            <ac:spMk id="4" creationId="{69B71634-21F8-190E-7948-7BC3AA1995EE}"/>
          </ac:spMkLst>
        </pc:spChg>
        <pc:spChg chg="add del">
          <ac:chgData name="三岁 马" userId="10518ebf79b44a85" providerId="Windows Live" clId="Web-{53107088-0AE9-4A46-AAE1-9A4AD54AA724}" dt="2026-09-28T11:26:40.327" v="131"/>
          <ac:spMkLst>
            <pc:docMk/>
            <pc:sldMk cId="2348564642" sldId="259"/>
            <ac:spMk id="25" creationId="{732B57A8-7CB2-7791-5264-DE850310C560}"/>
          </ac:spMkLst>
        </pc:spChg>
        <pc:spChg chg="add mod">
          <ac:chgData name="三岁 马" userId="10518ebf79b44a85" providerId="Windows Live" clId="Web-{53107088-0AE9-4A46-AAE1-9A4AD54AA724}" dt="2026-09-28T14:17:12.226" v="3076" actId="20577"/>
          <ac:spMkLst>
            <pc:docMk/>
            <pc:sldMk cId="2348564642" sldId="259"/>
            <ac:spMk id="26" creationId="{9B471B24-B03B-61B2-6199-51111B095635}"/>
          </ac:spMkLst>
        </pc:spChg>
        <pc:spChg chg="add del mod">
          <ac:chgData name="三岁 马" userId="10518ebf79b44a85" providerId="Windows Live" clId="Web-{53107088-0AE9-4A46-AAE1-9A4AD54AA724}" dt="2026-09-28T11:28:35.812" v="182"/>
          <ac:spMkLst>
            <pc:docMk/>
            <pc:sldMk cId="2348564642" sldId="259"/>
            <ac:spMk id="27" creationId="{C9DC63B0-BE8C-9B1D-B8FE-A733A8E8B5FA}"/>
          </ac:spMkLst>
        </pc:spChg>
        <pc:spChg chg="add del mod">
          <ac:chgData name="三岁 马" userId="10518ebf79b44a85" providerId="Windows Live" clId="Web-{53107088-0AE9-4A46-AAE1-9A4AD54AA724}" dt="2026-09-28T11:42:55.598" v="211"/>
          <ac:spMkLst>
            <pc:docMk/>
            <pc:sldMk cId="2348564642" sldId="259"/>
            <ac:spMk id="28" creationId="{5BE8D338-D153-AA57-A31A-93BAA50D5463}"/>
          </ac:spMkLst>
        </pc:spChg>
        <pc:graphicFrameChg chg="add del mod modGraphic">
          <ac:chgData name="三岁 马" userId="10518ebf79b44a85" providerId="Windows Live" clId="Web-{53107088-0AE9-4A46-AAE1-9A4AD54AA724}" dt="2026-09-28T11:24:55.217" v="129"/>
          <ac:graphicFrameMkLst>
            <pc:docMk/>
            <pc:sldMk cId="2348564642" sldId="259"/>
            <ac:graphicFrameMk id="4" creationId="{D9A83FAB-2328-443B-EBEF-0B7AE399571C}"/>
          </ac:graphicFrameMkLst>
        </pc:graphicFrameChg>
      </pc:sldChg>
      <pc:sldChg chg="new del">
        <pc:chgData name="三岁 马" userId="10518ebf79b44a85" providerId="Windows Live" clId="Web-{53107088-0AE9-4A46-AAE1-9A4AD54AA724}" dt="2026-09-28T11:43:03.864" v="213"/>
        <pc:sldMkLst>
          <pc:docMk/>
          <pc:sldMk cId="398257428" sldId="260"/>
        </pc:sldMkLst>
      </pc:sldChg>
      <pc:sldChg chg="addSp delSp modSp add ord replId">
        <pc:chgData name="三岁 马" userId="10518ebf79b44a85" providerId="Windows Live" clId="Web-{53107088-0AE9-4A46-AAE1-9A4AD54AA724}" dt="2026-09-28T12:46:44.038" v="605" actId="20577"/>
        <pc:sldMkLst>
          <pc:docMk/>
          <pc:sldMk cId="1310678554" sldId="260"/>
        </pc:sldMkLst>
        <pc:spChg chg="add del">
          <ac:chgData name="三岁 马" userId="10518ebf79b44a85" providerId="Windows Live" clId="Web-{53107088-0AE9-4A46-AAE1-9A4AD54AA724}" dt="2026-09-28T11:43:22.973" v="225"/>
          <ac:spMkLst>
            <pc:docMk/>
            <pc:sldMk cId="1310678554" sldId="260"/>
            <ac:spMk id="2" creationId="{4894C994-5E2A-8636-F4BC-FEEE8E1C1A8A}"/>
          </ac:spMkLst>
        </pc:spChg>
        <pc:spChg chg="mod">
          <ac:chgData name="三岁 马" userId="10518ebf79b44a85" providerId="Windows Live" clId="Web-{53107088-0AE9-4A46-AAE1-9A4AD54AA724}" dt="2026-09-28T12:46:44.038" v="605" actId="20577"/>
          <ac:spMkLst>
            <pc:docMk/>
            <pc:sldMk cId="1310678554" sldId="260"/>
            <ac:spMk id="3" creationId="{D9DE00BC-BA65-5132-7AC6-8254877B516D}"/>
          </ac:spMkLst>
        </pc:spChg>
        <pc:spChg chg="add mod">
          <ac:chgData name="三岁 马" userId="10518ebf79b44a85" providerId="Windows Live" clId="Web-{53107088-0AE9-4A46-AAE1-9A4AD54AA724}" dt="2026-09-28T11:43:55.036" v="243" actId="1076"/>
          <ac:spMkLst>
            <pc:docMk/>
            <pc:sldMk cId="1310678554" sldId="260"/>
            <ac:spMk id="4" creationId="{A85764C7-A83A-0934-D77A-A0AA8B1E3877}"/>
          </ac:spMkLst>
        </pc:spChg>
        <pc:spChg chg="add mod">
          <ac:chgData name="三岁 马" userId="10518ebf79b44a85" providerId="Windows Live" clId="Web-{53107088-0AE9-4A46-AAE1-9A4AD54AA724}" dt="2026-09-28T11:57:10.165" v="604" actId="20577"/>
          <ac:spMkLst>
            <pc:docMk/>
            <pc:sldMk cId="1310678554" sldId="260"/>
            <ac:spMk id="5" creationId="{FD1EDF17-6067-DAED-B5D5-0BDC3A4081A5}"/>
          </ac:spMkLst>
        </pc:spChg>
        <pc:spChg chg="add mod">
          <ac:chgData name="三岁 马" userId="10518ebf79b44a85" providerId="Windows Live" clId="Web-{53107088-0AE9-4A46-AAE1-9A4AD54AA724}" dt="2026-09-28T11:56:54.775" v="601" actId="20577"/>
          <ac:spMkLst>
            <pc:docMk/>
            <pc:sldMk cId="1310678554" sldId="260"/>
            <ac:spMk id="6" creationId="{C231C869-82F5-082F-951F-A1500C9482E2}"/>
          </ac:spMkLst>
        </pc:spChg>
        <pc:spChg chg="del">
          <ac:chgData name="三岁 马" userId="10518ebf79b44a85" providerId="Windows Live" clId="Web-{53107088-0AE9-4A46-AAE1-9A4AD54AA724}" dt="2026-09-28T11:43:08.708" v="216"/>
          <ac:spMkLst>
            <pc:docMk/>
            <pc:sldMk cId="1310678554" sldId="260"/>
            <ac:spMk id="26" creationId="{4575F2E2-2E24-F94B-AAAA-2AE25C929BD2}"/>
          </ac:spMkLst>
        </pc:spChg>
      </pc:sldChg>
      <pc:sldChg chg="addSp delSp modSp add replId">
        <pc:chgData name="三岁 马" userId="10518ebf79b44a85" providerId="Windows Live" clId="Web-{53107088-0AE9-4A46-AAE1-9A4AD54AA724}" dt="2026-09-28T13:19:30.996" v="1138"/>
        <pc:sldMkLst>
          <pc:docMk/>
          <pc:sldMk cId="432758307" sldId="261"/>
        </pc:sldMkLst>
        <pc:spChg chg="add mod">
          <ac:chgData name="三岁 马" userId="10518ebf79b44a85" providerId="Windows Live" clId="Web-{53107088-0AE9-4A46-AAE1-9A4AD54AA724}" dt="2026-09-28T13:14:39.828" v="962" actId="1076"/>
          <ac:spMkLst>
            <pc:docMk/>
            <pc:sldMk cId="432758307" sldId="261"/>
            <ac:spMk id="2" creationId="{37F4E0B0-51F5-9534-6A3F-4B363419BA44}"/>
          </ac:spMkLst>
        </pc:spChg>
        <pc:spChg chg="add mod">
          <ac:chgData name="三岁 马" userId="10518ebf79b44a85" providerId="Windows Live" clId="Web-{53107088-0AE9-4A46-AAE1-9A4AD54AA724}" dt="2026-09-28T13:06:35.371" v="645" actId="20577"/>
          <ac:spMkLst>
            <pc:docMk/>
            <pc:sldMk cId="432758307" sldId="261"/>
            <ac:spMk id="4" creationId="{815E8599-5DDC-02F3-091C-4712ED22F641}"/>
          </ac:spMkLst>
        </pc:spChg>
        <pc:spChg chg="add mod">
          <ac:chgData name="三岁 马" userId="10518ebf79b44a85" providerId="Windows Live" clId="Web-{53107088-0AE9-4A46-AAE1-9A4AD54AA724}" dt="2026-09-28T13:05:37.088" v="625" actId="1076"/>
          <ac:spMkLst>
            <pc:docMk/>
            <pc:sldMk cId="432758307" sldId="261"/>
            <ac:spMk id="5" creationId="{F20E93CF-A1EF-8E20-66F5-A0BAED1FDDAB}"/>
          </ac:spMkLst>
        </pc:spChg>
        <pc:spChg chg="add mod">
          <ac:chgData name="三岁 马" userId="10518ebf79b44a85" providerId="Windows Live" clId="Web-{53107088-0AE9-4A46-AAE1-9A4AD54AA724}" dt="2026-09-28T13:05:55.120" v="630" actId="20577"/>
          <ac:spMkLst>
            <pc:docMk/>
            <pc:sldMk cId="432758307" sldId="261"/>
            <ac:spMk id="6" creationId="{D5B853EF-003F-2DCA-5C38-A7718BDCDE73}"/>
          </ac:spMkLst>
        </pc:spChg>
        <pc:spChg chg="add mod">
          <ac:chgData name="三岁 马" userId="10518ebf79b44a85" providerId="Windows Live" clId="Web-{53107088-0AE9-4A46-AAE1-9A4AD54AA724}" dt="2026-09-28T13:06:01.042" v="633" actId="20577"/>
          <ac:spMkLst>
            <pc:docMk/>
            <pc:sldMk cId="432758307" sldId="261"/>
            <ac:spMk id="7" creationId="{D5A4860B-2769-2912-C4C9-6F0E62EB6094}"/>
          </ac:spMkLst>
        </pc:spChg>
        <pc:spChg chg="add mod">
          <ac:chgData name="三岁 马" userId="10518ebf79b44a85" providerId="Windows Live" clId="Web-{53107088-0AE9-4A46-AAE1-9A4AD54AA724}" dt="2026-09-28T13:17:13.819" v="1108" actId="20577"/>
          <ac:spMkLst>
            <pc:docMk/>
            <pc:sldMk cId="432758307" sldId="261"/>
            <ac:spMk id="8" creationId="{760797FF-2D84-B0A7-3F6D-2318EC8EF909}"/>
          </ac:spMkLst>
        </pc:spChg>
        <pc:spChg chg="add mod">
          <ac:chgData name="三岁 马" userId="10518ebf79b44a85" providerId="Windows Live" clId="Web-{53107088-0AE9-4A46-AAE1-9A4AD54AA724}" dt="2026-09-28T13:07:55.062" v="664" actId="20577"/>
          <ac:spMkLst>
            <pc:docMk/>
            <pc:sldMk cId="432758307" sldId="261"/>
            <ac:spMk id="9" creationId="{F497A24C-C586-C372-D1BA-896FA8DA7769}"/>
          </ac:spMkLst>
        </pc:spChg>
        <pc:spChg chg="add del">
          <ac:chgData name="三岁 马" userId="10518ebf79b44a85" providerId="Windows Live" clId="Web-{53107088-0AE9-4A46-AAE1-9A4AD54AA724}" dt="2026-09-28T13:17:03.599" v="1105"/>
          <ac:spMkLst>
            <pc:docMk/>
            <pc:sldMk cId="432758307" sldId="261"/>
            <ac:spMk id="11" creationId="{05166B58-AF9F-D189-430E-53CCCD986237}"/>
          </ac:spMkLst>
        </pc:spChg>
        <pc:spChg chg="add del mod">
          <ac:chgData name="三岁 马" userId="10518ebf79b44a85" providerId="Windows Live" clId="Web-{53107088-0AE9-4A46-AAE1-9A4AD54AA724}" dt="2026-09-28T13:19:30.996" v="1138"/>
          <ac:spMkLst>
            <pc:docMk/>
            <pc:sldMk cId="432758307" sldId="261"/>
            <ac:spMk id="12" creationId="{CAA967B8-C436-6F36-3185-F35B45419393}"/>
          </ac:spMkLst>
        </pc:spChg>
        <pc:spChg chg="del">
          <ac:chgData name="三岁 马" userId="10518ebf79b44a85" providerId="Windows Live" clId="Web-{53107088-0AE9-4A46-AAE1-9A4AD54AA724}" dt="2026-09-28T13:04:06.303" v="611"/>
          <ac:spMkLst>
            <pc:docMk/>
            <pc:sldMk cId="432758307" sldId="261"/>
            <ac:spMk id="26" creationId="{6867E6A0-4A9E-5972-75E1-EF1E42E90763}"/>
          </ac:spMkLst>
        </pc:spChg>
        <pc:graphicFrameChg chg="add mod modGraphic">
          <ac:chgData name="三岁 马" userId="10518ebf79b44a85" providerId="Windows Live" clId="Web-{53107088-0AE9-4A46-AAE1-9A4AD54AA724}" dt="2026-09-28T13:16:51.490" v="1103"/>
          <ac:graphicFrameMkLst>
            <pc:docMk/>
            <pc:sldMk cId="432758307" sldId="261"/>
            <ac:graphicFrameMk id="10" creationId="{C979031F-2814-6CD0-C60A-A0DEBD8B0F3E}"/>
          </ac:graphicFrameMkLst>
        </pc:graphicFrameChg>
      </pc:sldChg>
      <pc:sldChg chg="modSp add replId">
        <pc:chgData name="三岁 马" userId="10518ebf79b44a85" providerId="Windows Live" clId="Web-{53107088-0AE9-4A46-AAE1-9A4AD54AA724}" dt="2026-09-28T13:18:12.493" v="1120" actId="20577"/>
        <pc:sldMkLst>
          <pc:docMk/>
          <pc:sldMk cId="1783275985" sldId="262"/>
        </pc:sldMkLst>
        <pc:spChg chg="mod">
          <ac:chgData name="三岁 马" userId="10518ebf79b44a85" providerId="Windows Live" clId="Web-{53107088-0AE9-4A46-AAE1-9A4AD54AA724}" dt="2026-09-28T13:17:25.991" v="1110" actId="20577"/>
          <ac:spMkLst>
            <pc:docMk/>
            <pc:sldMk cId="1783275985" sldId="262"/>
            <ac:spMk id="7" creationId="{5D74D2FE-9192-5872-FC1C-1C0857FDD47C}"/>
          </ac:spMkLst>
        </pc:spChg>
        <pc:spChg chg="mod">
          <ac:chgData name="三岁 马" userId="10518ebf79b44a85" providerId="Windows Live" clId="Web-{53107088-0AE9-4A46-AAE1-9A4AD54AA724}" dt="2026-09-28T13:18:12.493" v="1120" actId="20577"/>
          <ac:spMkLst>
            <pc:docMk/>
            <pc:sldMk cId="1783275985" sldId="262"/>
            <ac:spMk id="8" creationId="{B3223005-37CF-E0E1-FA78-300755D3D0CA}"/>
          </ac:spMkLst>
        </pc:spChg>
      </pc:sldChg>
      <pc:sldChg chg="addSp delSp modSp add replId">
        <pc:chgData name="三岁 马" userId="10518ebf79b44a85" providerId="Windows Live" clId="Web-{53107088-0AE9-4A46-AAE1-9A4AD54AA724}" dt="2026-09-28T13:20:25.654" v="1155"/>
        <pc:sldMkLst>
          <pc:docMk/>
          <pc:sldMk cId="3438131313" sldId="263"/>
        </pc:sldMkLst>
        <pc:spChg chg="mod">
          <ac:chgData name="三岁 马" userId="10518ebf79b44a85" providerId="Windows Live" clId="Web-{53107088-0AE9-4A46-AAE1-9A4AD54AA724}" dt="2026-09-28T13:18:36.681" v="1127" actId="20577"/>
          <ac:spMkLst>
            <pc:docMk/>
            <pc:sldMk cId="3438131313" sldId="263"/>
            <ac:spMk id="7" creationId="{7C9CAA10-7B72-05DC-0FCD-7615586EC633}"/>
          </ac:spMkLst>
        </pc:spChg>
        <pc:spChg chg="mod">
          <ac:chgData name="三岁 马" userId="10518ebf79b44a85" providerId="Windows Live" clId="Web-{53107088-0AE9-4A46-AAE1-9A4AD54AA724}" dt="2026-09-28T13:20:11.466" v="1153" actId="20577"/>
          <ac:spMkLst>
            <pc:docMk/>
            <pc:sldMk cId="3438131313" sldId="263"/>
            <ac:spMk id="8" creationId="{7EB00258-70ED-9F32-9ECD-01D0647A1333}"/>
          </ac:spMkLst>
        </pc:spChg>
        <pc:spChg chg="add">
          <ac:chgData name="三岁 马" userId="10518ebf79b44a85" providerId="Windows Live" clId="Web-{53107088-0AE9-4A46-AAE1-9A4AD54AA724}" dt="2026-09-28T13:19:28.464" v="1137"/>
          <ac:spMkLst>
            <pc:docMk/>
            <pc:sldMk cId="3438131313" sldId="263"/>
            <ac:spMk id="12" creationId="{3E87DE95-EC43-7AA2-5143-E8F220B130BC}"/>
          </ac:spMkLst>
        </pc:spChg>
        <pc:spChg chg="add del">
          <ac:chgData name="三岁 马" userId="10518ebf79b44a85" providerId="Windows Live" clId="Web-{53107088-0AE9-4A46-AAE1-9A4AD54AA724}" dt="2026-09-28T13:20:25.654" v="1155"/>
          <ac:spMkLst>
            <pc:docMk/>
            <pc:sldMk cId="3438131313" sldId="263"/>
            <ac:spMk id="13" creationId="{CAA967B8-C436-6F36-3185-F35B45419393}"/>
          </ac:spMkLst>
        </pc:spChg>
      </pc:sldChg>
      <pc:sldChg chg="addSp delSp modSp new mod setBg">
        <pc:chgData name="三岁 马" userId="10518ebf79b44a85" providerId="Windows Live" clId="Web-{53107088-0AE9-4A46-AAE1-9A4AD54AA724}" dt="2026-09-28T13:32:53.434" v="1793"/>
        <pc:sldMkLst>
          <pc:docMk/>
          <pc:sldMk cId="180806138" sldId="264"/>
        </pc:sldMkLst>
        <pc:spChg chg="del">
          <ac:chgData name="三岁 马" userId="10518ebf79b44a85" providerId="Windows Live" clId="Web-{53107088-0AE9-4A46-AAE1-9A4AD54AA724}" dt="2026-09-28T13:20:32.623" v="1159"/>
          <ac:spMkLst>
            <pc:docMk/>
            <pc:sldMk cId="180806138" sldId="264"/>
            <ac:spMk id="2" creationId="{480A53D5-BA25-12B7-BB86-DB22AFFBF869}"/>
          </ac:spMkLst>
        </pc:spChg>
        <pc:spChg chg="del">
          <ac:chgData name="三岁 马" userId="10518ebf79b44a85" providerId="Windows Live" clId="Web-{53107088-0AE9-4A46-AAE1-9A4AD54AA724}" dt="2026-09-28T13:20:32.623" v="1158"/>
          <ac:spMkLst>
            <pc:docMk/>
            <pc:sldMk cId="180806138" sldId="264"/>
            <ac:spMk id="3" creationId="{01C9C87A-A411-9AFF-A02D-5DEFC1BA5388}"/>
          </ac:spMkLst>
        </pc:spChg>
        <pc:spChg chg="add mod">
          <ac:chgData name="三岁 马" userId="10518ebf79b44a85" providerId="Windows Live" clId="Web-{53107088-0AE9-4A46-AAE1-9A4AD54AA724}" dt="2026-09-28T13:20:46.311" v="1164" actId="14100"/>
          <ac:spMkLst>
            <pc:docMk/>
            <pc:sldMk cId="180806138" sldId="264"/>
            <ac:spMk id="4" creationId="{05A11712-EAED-285C-0744-0D155FB0AD9A}"/>
          </ac:spMkLst>
        </pc:spChg>
        <pc:spChg chg="add mod ord">
          <ac:chgData name="三岁 马" userId="10518ebf79b44a85" providerId="Windows Live" clId="Web-{53107088-0AE9-4A46-AAE1-9A4AD54AA724}" dt="2026-09-28T13:32:03.510" v="1777" actId="14100"/>
          <ac:spMkLst>
            <pc:docMk/>
            <pc:sldMk cId="180806138" sldId="264"/>
            <ac:spMk id="6" creationId="{8BDDD9C8-692B-92A9-C946-79F5606BC3E3}"/>
          </ac:spMkLst>
        </pc:spChg>
        <pc:spChg chg="add del">
          <ac:chgData name="三岁 马" userId="10518ebf79b44a85" providerId="Windows Live" clId="Web-{53107088-0AE9-4A46-AAE1-9A4AD54AA724}" dt="2026-09-28T13:30:42.944" v="1739"/>
          <ac:spMkLst>
            <pc:docMk/>
            <pc:sldMk cId="180806138" sldId="264"/>
            <ac:spMk id="7" creationId="{33CB2B8B-9A84-4C07-86C3-C190E4304544}"/>
          </ac:spMkLst>
        </pc:spChg>
        <pc:spChg chg="add del">
          <ac:chgData name="三岁 马" userId="10518ebf79b44a85" providerId="Windows Live" clId="Web-{53107088-0AE9-4A46-AAE1-9A4AD54AA724}" dt="2026-09-28T13:30:47.194" v="1741"/>
          <ac:spMkLst>
            <pc:docMk/>
            <pc:sldMk cId="180806138" sldId="264"/>
            <ac:spMk id="8" creationId="{919D1F63-2FE5-7C10-71B9-0B985F554C4A}"/>
          </ac:spMkLst>
        </pc:spChg>
        <pc:spChg chg="add mod">
          <ac:chgData name="三岁 马" userId="10518ebf79b44a85" providerId="Windows Live" clId="Web-{53107088-0AE9-4A46-AAE1-9A4AD54AA724}" dt="2026-09-28T13:31:32.274" v="1771" actId="20577"/>
          <ac:spMkLst>
            <pc:docMk/>
            <pc:sldMk cId="180806138" sldId="264"/>
            <ac:spMk id="9" creationId="{40918CF7-FE05-B1C8-B9CA-AB8EDE7E32F0}"/>
          </ac:spMkLst>
        </pc:spChg>
        <pc:spChg chg="add mod">
          <ac:chgData name="三岁 马" userId="10518ebf79b44a85" providerId="Windows Live" clId="Web-{53107088-0AE9-4A46-AAE1-9A4AD54AA724}" dt="2026-09-28T13:32:00.541" v="1776" actId="14100"/>
          <ac:spMkLst>
            <pc:docMk/>
            <pc:sldMk cId="180806138" sldId="264"/>
            <ac:spMk id="11" creationId="{8F1B2020-570C-7250-0AE7-EFFCBD917623}"/>
          </ac:spMkLst>
        </pc:spChg>
        <pc:spChg chg="add">
          <ac:chgData name="三岁 马" userId="10518ebf79b44a85" providerId="Windows Live" clId="Web-{53107088-0AE9-4A46-AAE1-9A4AD54AA724}" dt="2026-09-28T13:32:07.823" v="1778"/>
          <ac:spMkLst>
            <pc:docMk/>
            <pc:sldMk cId="180806138" sldId="264"/>
            <ac:spMk id="13" creationId="{FDB9D942-6E8F-B98A-794F-18E2F67E1B23}"/>
          </ac:spMkLst>
        </pc:spChg>
        <pc:spChg chg="add mod">
          <ac:chgData name="三岁 马" userId="10518ebf79b44a85" providerId="Windows Live" clId="Web-{53107088-0AE9-4A46-AAE1-9A4AD54AA724}" dt="2026-09-28T13:32:19.151" v="1781" actId="20577"/>
          <ac:spMkLst>
            <pc:docMk/>
            <pc:sldMk cId="180806138" sldId="264"/>
            <ac:spMk id="15" creationId="{D25D0D09-9338-81B2-7527-2E181DE38384}"/>
          </ac:spMkLst>
        </pc:spChg>
        <pc:spChg chg="add mod">
          <ac:chgData name="三岁 马" userId="10518ebf79b44a85" providerId="Windows Live" clId="Web-{53107088-0AE9-4A46-AAE1-9A4AD54AA724}" dt="2026-09-28T13:32:29.527" v="1784" actId="1076"/>
          <ac:spMkLst>
            <pc:docMk/>
            <pc:sldMk cId="180806138" sldId="264"/>
            <ac:spMk id="17" creationId="{48771DF1-D23A-4855-43B7-31CF47800C52}"/>
          </ac:spMkLst>
        </pc:spChg>
        <pc:spChg chg="add mod">
          <ac:chgData name="三岁 马" userId="10518ebf79b44a85" providerId="Windows Live" clId="Web-{53107088-0AE9-4A46-AAE1-9A4AD54AA724}" dt="2026-09-28T13:32:33.199" v="1785" actId="1076"/>
          <ac:spMkLst>
            <pc:docMk/>
            <pc:sldMk cId="180806138" sldId="264"/>
            <ac:spMk id="19" creationId="{7487C711-4B7C-FE71-43F1-10FDDA2256FC}"/>
          </ac:spMkLst>
        </pc:spChg>
        <pc:graphicFrameChg chg="add mod modGraphic">
          <ac:chgData name="三岁 马" userId="10518ebf79b44a85" providerId="Windows Live" clId="Web-{53107088-0AE9-4A46-AAE1-9A4AD54AA724}" dt="2026-09-28T13:32:53.434" v="1793"/>
          <ac:graphicFrameMkLst>
            <pc:docMk/>
            <pc:sldMk cId="180806138" sldId="264"/>
            <ac:graphicFrameMk id="5" creationId="{F8FEEF2D-3CB8-4730-ACA7-B0F9C0232668}"/>
          </ac:graphicFrameMkLst>
        </pc:graphicFrameChg>
      </pc:sldChg>
      <pc:sldChg chg="addSp delSp modSp add del replId">
        <pc:chgData name="三岁 马" userId="10518ebf79b44a85" providerId="Windows Live" clId="Web-{53107088-0AE9-4A46-AAE1-9A4AD54AA724}" dt="2026-09-28T13:45:47.996" v="2019"/>
        <pc:sldMkLst>
          <pc:docMk/>
          <pc:sldMk cId="3461401272" sldId="265"/>
        </pc:sldMkLst>
        <pc:spChg chg="add del mod">
          <ac:chgData name="三岁 马" userId="10518ebf79b44a85" providerId="Windows Live" clId="Web-{53107088-0AE9-4A46-AAE1-9A4AD54AA724}" dt="2026-09-28T13:45:17.322" v="2009"/>
          <ac:spMkLst>
            <pc:docMk/>
            <pc:sldMk cId="3461401272" sldId="265"/>
            <ac:spMk id="2" creationId="{93F65ACE-B360-25D0-7B57-22947E5B4BA2}"/>
          </ac:spMkLst>
        </pc:spChg>
        <pc:spChg chg="mod">
          <ac:chgData name="三岁 马" userId="10518ebf79b44a85" providerId="Windows Live" clId="Web-{53107088-0AE9-4A46-AAE1-9A4AD54AA724}" dt="2026-09-28T13:33:03.325" v="1796" actId="20577"/>
          <ac:spMkLst>
            <pc:docMk/>
            <pc:sldMk cId="3461401272" sldId="265"/>
            <ac:spMk id="3" creationId="{5D5875A1-CFD7-2912-BA39-3CE53DBD277E}"/>
          </ac:spMkLst>
        </pc:spChg>
        <pc:spChg chg="mod">
          <ac:chgData name="三岁 马" userId="10518ebf79b44a85" providerId="Windows Live" clId="Web-{53107088-0AE9-4A46-AAE1-9A4AD54AA724}" dt="2026-09-28T13:44:54.353" v="2005" actId="20577"/>
          <ac:spMkLst>
            <pc:docMk/>
            <pc:sldMk cId="3461401272" sldId="265"/>
            <ac:spMk id="26" creationId="{B7706DEA-0E44-FE59-6EE2-627B4636D78F}"/>
          </ac:spMkLst>
        </pc:spChg>
      </pc:sldChg>
      <pc:sldChg chg="modSp add replId">
        <pc:chgData name="三岁 马" userId="10518ebf79b44a85" providerId="Windows Live" clId="Web-{53107088-0AE9-4A46-AAE1-9A4AD54AA724}" dt="2026-09-28T13:45:44.699" v="2018" actId="1076"/>
        <pc:sldMkLst>
          <pc:docMk/>
          <pc:sldMk cId="1044062697" sldId="266"/>
        </pc:sldMkLst>
        <pc:spChg chg="mod">
          <ac:chgData name="三岁 马" userId="10518ebf79b44a85" providerId="Windows Live" clId="Web-{53107088-0AE9-4A46-AAE1-9A4AD54AA724}" dt="2026-09-28T13:45:44.699" v="2018" actId="1076"/>
          <ac:spMkLst>
            <pc:docMk/>
            <pc:sldMk cId="1044062697" sldId="266"/>
            <ac:spMk id="3" creationId="{7C7D537D-A35E-79E9-400F-1C4B0F00ECB4}"/>
          </ac:spMkLst>
        </pc:spChg>
      </pc:sldChg>
      <pc:sldChg chg="modSp add replId">
        <pc:chgData name="三岁 马" userId="10518ebf79b44a85" providerId="Windows Live" clId="Web-{53107088-0AE9-4A46-AAE1-9A4AD54AA724}" dt="2026-09-28T13:52:44.606" v="2253" actId="20577"/>
        <pc:sldMkLst>
          <pc:docMk/>
          <pc:sldMk cId="309129330" sldId="267"/>
        </pc:sldMkLst>
        <pc:spChg chg="mod">
          <ac:chgData name="三岁 马" userId="10518ebf79b44a85" providerId="Windows Live" clId="Web-{53107088-0AE9-4A46-AAE1-9A4AD54AA724}" dt="2026-09-28T13:46:04.527" v="2026" actId="1076"/>
          <ac:spMkLst>
            <pc:docMk/>
            <pc:sldMk cId="309129330" sldId="267"/>
            <ac:spMk id="3" creationId="{86C164D4-632B-8218-347F-D9A01646418A}"/>
          </ac:spMkLst>
        </pc:spChg>
        <pc:spChg chg="mod">
          <ac:chgData name="三岁 马" userId="10518ebf79b44a85" providerId="Windows Live" clId="Web-{53107088-0AE9-4A46-AAE1-9A4AD54AA724}" dt="2026-09-28T13:52:44.606" v="2253" actId="20577"/>
          <ac:spMkLst>
            <pc:docMk/>
            <pc:sldMk cId="309129330" sldId="267"/>
            <ac:spMk id="26" creationId="{C6585361-E4EC-0C11-79BF-78B2B65901FB}"/>
          </ac:spMkLst>
        </pc:spChg>
      </pc:sldChg>
      <pc:sldChg chg="addSp delSp modSp new mod setBg">
        <pc:chgData name="三岁 马" userId="10518ebf79b44a85" providerId="Windows Live" clId="Web-{53107088-0AE9-4A46-AAE1-9A4AD54AA724}" dt="2026-09-28T13:56:04.161" v="2351" actId="20577"/>
        <pc:sldMkLst>
          <pc:docMk/>
          <pc:sldMk cId="4263928588" sldId="268"/>
        </pc:sldMkLst>
        <pc:spChg chg="del">
          <ac:chgData name="三岁 马" userId="10518ebf79b44a85" providerId="Windows Live" clId="Web-{53107088-0AE9-4A46-AAE1-9A4AD54AA724}" dt="2026-09-28T13:52:53.669" v="2257"/>
          <ac:spMkLst>
            <pc:docMk/>
            <pc:sldMk cId="4263928588" sldId="268"/>
            <ac:spMk id="2" creationId="{18FA1597-43FC-8F3E-75D1-25FA7AC595A3}"/>
          </ac:spMkLst>
        </pc:spChg>
        <pc:spChg chg="del">
          <ac:chgData name="三岁 马" userId="10518ebf79b44a85" providerId="Windows Live" clId="Web-{53107088-0AE9-4A46-AAE1-9A4AD54AA724}" dt="2026-09-28T13:52:53.669" v="2256"/>
          <ac:spMkLst>
            <pc:docMk/>
            <pc:sldMk cId="4263928588" sldId="268"/>
            <ac:spMk id="3" creationId="{6F2E2669-1425-ABEC-1B3A-8474CFC7DAE5}"/>
          </ac:spMkLst>
        </pc:spChg>
        <pc:spChg chg="add mod">
          <ac:chgData name="三岁 马" userId="10518ebf79b44a85" providerId="Windows Live" clId="Web-{53107088-0AE9-4A46-AAE1-9A4AD54AA724}" dt="2026-09-28T13:53:36.702" v="2289" actId="1076"/>
          <ac:spMkLst>
            <pc:docMk/>
            <pc:sldMk cId="4263928588" sldId="268"/>
            <ac:spMk id="4" creationId="{5CCBFAFE-AE6E-ECEE-B689-2C2BB8C08CD4}"/>
          </ac:spMkLst>
        </pc:spChg>
        <pc:spChg chg="add mod">
          <ac:chgData name="三岁 马" userId="10518ebf79b44a85" providerId="Windows Live" clId="Web-{53107088-0AE9-4A46-AAE1-9A4AD54AA724}" dt="2026-09-28T13:56:04.161" v="2351" actId="20577"/>
          <ac:spMkLst>
            <pc:docMk/>
            <pc:sldMk cId="4263928588" sldId="268"/>
            <ac:spMk id="5" creationId="{D050D2A4-3C9F-650B-F2AC-EA7D5D09A470}"/>
          </ac:spMkLst>
        </pc:spChg>
      </pc:sldChg>
      <pc:sldChg chg="addSp delSp modSp add replId">
        <pc:chgData name="三岁 马" userId="10518ebf79b44a85" providerId="Windows Live" clId="Web-{53107088-0AE9-4A46-AAE1-9A4AD54AA724}" dt="2026-09-28T14:02:27.004" v="2499" actId="1076"/>
        <pc:sldMkLst>
          <pc:docMk/>
          <pc:sldMk cId="351329662" sldId="269"/>
        </pc:sldMkLst>
        <pc:spChg chg="add mod">
          <ac:chgData name="三岁 马" userId="10518ebf79b44a85" providerId="Windows Live" clId="Web-{53107088-0AE9-4A46-AAE1-9A4AD54AA724}" dt="2026-09-28T14:02:23.113" v="2498" actId="20577"/>
          <ac:spMkLst>
            <pc:docMk/>
            <pc:sldMk cId="351329662" sldId="269"/>
            <ac:spMk id="2" creationId="{AEA485B8-6433-1335-77AF-364D0F4A6190}"/>
          </ac:spMkLst>
        </pc:spChg>
        <pc:spChg chg="add mod">
          <ac:chgData name="三岁 马" userId="10518ebf79b44a85" providerId="Windows Live" clId="Web-{53107088-0AE9-4A46-AAE1-9A4AD54AA724}" dt="2026-09-28T14:02:27.004" v="2499" actId="1076"/>
          <ac:spMkLst>
            <pc:docMk/>
            <pc:sldMk cId="351329662" sldId="269"/>
            <ac:spMk id="3" creationId="{4F3AB965-ABB0-F4C7-C4D9-60D9DAACDD32}"/>
          </ac:spMkLst>
        </pc:spChg>
        <pc:spChg chg="mod">
          <ac:chgData name="三岁 马" userId="10518ebf79b44a85" providerId="Windows Live" clId="Web-{53107088-0AE9-4A46-AAE1-9A4AD54AA724}" dt="2026-09-28T13:56:52.412" v="2357" actId="1076"/>
          <ac:spMkLst>
            <pc:docMk/>
            <pc:sldMk cId="351329662" sldId="269"/>
            <ac:spMk id="4" creationId="{49A1B97A-20D6-669B-DCAA-A839F3090D36}"/>
          </ac:spMkLst>
        </pc:spChg>
        <pc:spChg chg="del">
          <ac:chgData name="三岁 马" userId="10518ebf79b44a85" providerId="Windows Live" clId="Web-{53107088-0AE9-4A46-AAE1-9A4AD54AA724}" dt="2026-09-28T13:56:42.943" v="2353"/>
          <ac:spMkLst>
            <pc:docMk/>
            <pc:sldMk cId="351329662" sldId="269"/>
            <ac:spMk id="5" creationId="{036DC94F-CE7F-DCA0-78E7-621F5349EDE1}"/>
          </ac:spMkLst>
        </pc:spChg>
      </pc:sldChg>
      <pc:sldChg chg="addSp delSp modSp add replId">
        <pc:chgData name="三岁 马" userId="10518ebf79b44a85" providerId="Windows Live" clId="Web-{53107088-0AE9-4A46-AAE1-9A4AD54AA724}" dt="2026-09-28T14:11:36.010" v="2908"/>
        <pc:sldMkLst>
          <pc:docMk/>
          <pc:sldMk cId="3658948150" sldId="270"/>
        </pc:sldMkLst>
        <pc:spChg chg="add mod">
          <ac:chgData name="三岁 马" userId="10518ebf79b44a85" providerId="Windows Live" clId="Web-{53107088-0AE9-4A46-AAE1-9A4AD54AA724}" dt="2026-09-28T14:03:28.912" v="2510" actId="1076"/>
          <ac:spMkLst>
            <pc:docMk/>
            <pc:sldMk cId="3658948150" sldId="270"/>
            <ac:spMk id="3" creationId="{213393BE-5636-2C1A-D432-5FFD6DE542E4}"/>
          </ac:spMkLst>
        </pc:spChg>
        <pc:spChg chg="add del">
          <ac:chgData name="三岁 马" userId="10518ebf79b44a85" providerId="Windows Live" clId="Web-{53107088-0AE9-4A46-AAE1-9A4AD54AA724}" dt="2026-09-28T14:07:15.968" v="2663"/>
          <ac:spMkLst>
            <pc:docMk/>
            <pc:sldMk cId="3658948150" sldId="270"/>
            <ac:spMk id="8" creationId="{B12D458C-9534-338F-DF0B-F15DCC42ED2C}"/>
          </ac:spMkLst>
        </pc:spChg>
        <pc:spChg chg="mod">
          <ac:chgData name="三岁 马" userId="10518ebf79b44a85" providerId="Windows Live" clId="Web-{53107088-0AE9-4A46-AAE1-9A4AD54AA724}" dt="2026-09-28T14:03:03.114" v="2504" actId="20577"/>
          <ac:spMkLst>
            <pc:docMk/>
            <pc:sldMk cId="3658948150" sldId="270"/>
            <ac:spMk id="9" creationId="{44F8F3CF-146A-9F98-3904-C360E9BD696A}"/>
          </ac:spMkLst>
        </pc:spChg>
        <pc:spChg chg="add mod">
          <ac:chgData name="三岁 马" userId="10518ebf79b44a85" providerId="Windows Live" clId="Web-{53107088-0AE9-4A46-AAE1-9A4AD54AA724}" dt="2026-09-28T14:10:02.022" v="2830" actId="1076"/>
          <ac:spMkLst>
            <pc:docMk/>
            <pc:sldMk cId="3658948150" sldId="270"/>
            <ac:spMk id="10" creationId="{4E7BBB26-501A-9F10-38CD-AD672CC2853B}"/>
          </ac:spMkLst>
        </pc:spChg>
        <pc:spChg chg="add del">
          <ac:chgData name="三岁 马" userId="10518ebf79b44a85" providerId="Windows Live" clId="Web-{53107088-0AE9-4A46-AAE1-9A4AD54AA724}" dt="2026-09-28T14:03:23.584" v="2507"/>
          <ac:spMkLst>
            <pc:docMk/>
            <pc:sldMk cId="3658948150" sldId="270"/>
            <ac:spMk id="11" creationId="{ED0A1FCA-B2E4-6647-BDA4-C668A023A7DF}"/>
          </ac:spMkLst>
        </pc:spChg>
        <pc:spChg chg="mod">
          <ac:chgData name="三岁 马" userId="10518ebf79b44a85" providerId="Windows Live" clId="Web-{53107088-0AE9-4A46-AAE1-9A4AD54AA724}" dt="2026-09-28T14:03:35.131" v="2515" actId="20577"/>
          <ac:spMkLst>
            <pc:docMk/>
            <pc:sldMk cId="3658948150" sldId="270"/>
            <ac:spMk id="15" creationId="{0A4D6847-5924-BC3A-B029-52A2B143AFF6}"/>
          </ac:spMkLst>
        </pc:spChg>
        <pc:graphicFrameChg chg="del">
          <ac:chgData name="三岁 马" userId="10518ebf79b44a85" providerId="Windows Live" clId="Web-{53107088-0AE9-4A46-AAE1-9A4AD54AA724}" dt="2026-09-28T14:02:57.005" v="2501"/>
          <ac:graphicFrameMkLst>
            <pc:docMk/>
            <pc:sldMk cId="3658948150" sldId="270"/>
            <ac:graphicFrameMk id="5" creationId="{5BD542EB-1953-8676-344B-780912FC5FD9}"/>
          </ac:graphicFrameMkLst>
        </pc:graphicFrameChg>
        <pc:graphicFrameChg chg="add mod modGraphic">
          <ac:chgData name="三岁 马" userId="10518ebf79b44a85" providerId="Windows Live" clId="Web-{53107088-0AE9-4A46-AAE1-9A4AD54AA724}" dt="2026-09-28T14:11:36.010" v="2908"/>
          <ac:graphicFrameMkLst>
            <pc:docMk/>
            <pc:sldMk cId="3658948150" sldId="270"/>
            <ac:graphicFrameMk id="7" creationId="{657634BB-818B-8D44-A7BD-368CD3C24854}"/>
          </ac:graphicFrameMkLst>
        </pc:graphicFrameChg>
        <pc:picChg chg="add mod">
          <ac:chgData name="三岁 马" userId="10518ebf79b44a85" providerId="Windows Live" clId="Web-{53107088-0AE9-4A46-AAE1-9A4AD54AA724}" dt="2026-09-28T14:09:56.818" v="2827" actId="1076"/>
          <ac:picMkLst>
            <pc:docMk/>
            <pc:sldMk cId="3658948150" sldId="270"/>
            <ac:picMk id="12" creationId="{371EEC87-C06E-135D-F81B-6D838DCFF31E}"/>
          </ac:picMkLst>
        </pc:picChg>
      </pc:sldChg>
      <pc:sldChg chg="addSp delSp modSp add replId">
        <pc:chgData name="三岁 马" userId="10518ebf79b44a85" providerId="Windows Live" clId="Web-{53107088-0AE9-4A46-AAE1-9A4AD54AA724}" dt="2026-09-28T14:16:07.661" v="3047"/>
        <pc:sldMkLst>
          <pc:docMk/>
          <pc:sldMk cId="2819339456" sldId="271"/>
        </pc:sldMkLst>
        <pc:spChg chg="mod">
          <ac:chgData name="三岁 马" userId="10518ebf79b44a85" providerId="Windows Live" clId="Web-{53107088-0AE9-4A46-AAE1-9A4AD54AA724}" dt="2026-09-28T14:16:01.926" v="3044" actId="1076"/>
          <ac:spMkLst>
            <pc:docMk/>
            <pc:sldMk cId="2819339456" sldId="271"/>
            <ac:spMk id="6" creationId="{79A400CF-5733-B6E5-3FC6-DBD568CA91FA}"/>
          </ac:spMkLst>
        </pc:spChg>
        <pc:spChg chg="mod">
          <ac:chgData name="三岁 马" userId="10518ebf79b44a85" providerId="Windows Live" clId="Web-{53107088-0AE9-4A46-AAE1-9A4AD54AA724}" dt="2026-09-28T14:12:27.824" v="2911" actId="20577"/>
          <ac:spMkLst>
            <pc:docMk/>
            <pc:sldMk cId="2819339456" sldId="271"/>
            <ac:spMk id="9" creationId="{B882C7A1-DB54-0992-F83A-B0087199E81B}"/>
          </ac:spMkLst>
        </pc:spChg>
        <pc:spChg chg="del">
          <ac:chgData name="三岁 马" userId="10518ebf79b44a85" providerId="Windows Live" clId="Web-{53107088-0AE9-4A46-AAE1-9A4AD54AA724}" dt="2026-09-28T14:16:07.661" v="3047"/>
          <ac:spMkLst>
            <pc:docMk/>
            <pc:sldMk cId="2819339456" sldId="271"/>
            <ac:spMk id="10" creationId="{72D350F2-130D-020D-74E4-44FA8AE0DB3D}"/>
          </ac:spMkLst>
        </pc:spChg>
        <pc:graphicFrameChg chg="add mod modGraphic">
          <ac:chgData name="三岁 马" userId="10518ebf79b44a85" providerId="Windows Live" clId="Web-{53107088-0AE9-4A46-AAE1-9A4AD54AA724}" dt="2026-09-28T14:16:05.255" v="3045" actId="1076"/>
          <ac:graphicFrameMkLst>
            <pc:docMk/>
            <pc:sldMk cId="2819339456" sldId="271"/>
            <ac:graphicFrameMk id="2" creationId="{07B37674-EF74-5785-9736-4B412060CAC1}"/>
          </ac:graphicFrameMkLst>
        </pc:graphicFrameChg>
        <pc:graphicFrameChg chg="del mod modGraphic">
          <ac:chgData name="三岁 马" userId="10518ebf79b44a85" providerId="Windows Live" clId="Web-{53107088-0AE9-4A46-AAE1-9A4AD54AA724}" dt="2026-09-28T14:12:41.497" v="2920"/>
          <ac:graphicFrameMkLst>
            <pc:docMk/>
            <pc:sldMk cId="2819339456" sldId="271"/>
            <ac:graphicFrameMk id="7" creationId="{3F30EA91-0045-A4CC-7B38-8DDF261DFC1E}"/>
          </ac:graphicFrameMkLst>
        </pc:graphicFrameChg>
        <pc:picChg chg="del">
          <ac:chgData name="三岁 马" userId="10518ebf79b44a85" providerId="Windows Live" clId="Web-{53107088-0AE9-4A46-AAE1-9A4AD54AA724}" dt="2026-09-28T14:16:07.661" v="3046"/>
          <ac:picMkLst>
            <pc:docMk/>
            <pc:sldMk cId="2819339456" sldId="271"/>
            <ac:picMk id="12" creationId="{A491DA59-C557-6853-8858-25A504EEC3CB}"/>
          </ac:picMkLst>
        </pc:picChg>
      </pc:sldChg>
      <pc:sldChg chg="modSp add replId">
        <pc:chgData name="三岁 马" userId="10518ebf79b44a85" providerId="Windows Live" clId="Web-{53107088-0AE9-4A46-AAE1-9A4AD54AA724}" dt="2026-09-28T14:19:34.343" v="3132" actId="20577"/>
        <pc:sldMkLst>
          <pc:docMk/>
          <pc:sldMk cId="1420183773" sldId="272"/>
        </pc:sldMkLst>
        <pc:spChg chg="mod">
          <ac:chgData name="三岁 马" userId="10518ebf79b44a85" providerId="Windows Live" clId="Web-{53107088-0AE9-4A46-AAE1-9A4AD54AA724}" dt="2026-09-28T14:17:31.086" v="3078" actId="20577"/>
          <ac:spMkLst>
            <pc:docMk/>
            <pc:sldMk cId="1420183773" sldId="272"/>
            <ac:spMk id="3" creationId="{F10359C2-C05D-CD18-8B38-9C3451575257}"/>
          </ac:spMkLst>
        </pc:spChg>
        <pc:spChg chg="mod">
          <ac:chgData name="三岁 马" userId="10518ebf79b44a85" providerId="Windows Live" clId="Web-{53107088-0AE9-4A46-AAE1-9A4AD54AA724}" dt="2026-09-28T14:19:34.343" v="3132" actId="20577"/>
          <ac:spMkLst>
            <pc:docMk/>
            <pc:sldMk cId="1420183773" sldId="272"/>
            <ac:spMk id="26" creationId="{1BCFC377-71B4-2EE6-5D04-32B177BF668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5086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4015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052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70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082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196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0569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3261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0041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7302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81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D17B11-CCD8-4EEC-AD7E-F410C1454966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3146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support.huaweicloud.com/edms-mnft/%E4%BA%BF%E4%BF%A1%E5%8D%8E%E8%BE%B0%E6%95%B0%E6%8D%AE%E4%B8%AD%E5%8F%B0%E8%A7%A3%E5%86%B3%E6%96%B9%E6%A1%88%E5%AE%9E%E8%B7%B5.pdf#19#6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DA8138FD-CFD1-6C6E-35C8-E52A0F5669B3}"/>
              </a:ext>
            </a:extLst>
          </p:cNvPr>
          <p:cNvSpPr txBox="1"/>
          <p:nvPr/>
        </p:nvSpPr>
        <p:spPr>
          <a:xfrm>
            <a:off x="4398210" y="3168315"/>
            <a:ext cx="437147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>
                <a:latin typeface="Microsoft YaHei"/>
                <a:ea typeface="Microsoft YaHei"/>
              </a:rPr>
              <a:t>学校信息统一管理应用</a:t>
            </a:r>
          </a:p>
        </p:txBody>
      </p:sp>
    </p:spTree>
    <p:extLst>
      <p:ext uri="{BB962C8B-B14F-4D97-AF65-F5344CB8AC3E}">
        <p14:creationId xmlns:p14="http://schemas.microsoft.com/office/powerpoint/2010/main" val="703088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355FDC-0A80-38BF-0C43-2933EEF2D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4BA83F9-6ABD-6CBD-6F00-049CD317287E}"/>
              </a:ext>
            </a:extLst>
          </p:cNvPr>
          <p:cNvSpPr txBox="1"/>
          <p:nvPr/>
        </p:nvSpPr>
        <p:spPr>
          <a:xfrm>
            <a:off x="1136315" y="2433052"/>
            <a:ext cx="2727157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zh-CN" altLang="en-US" sz="2800">
                <a:latin typeface="Microsoft YaHei"/>
                <a:ea typeface="Microsoft YaHei"/>
              </a:rPr>
              <a:t>前端</a:t>
            </a:r>
            <a:endParaRPr lang="zh-CN" altLang="en-US" sz="2800" dirty="0">
              <a:latin typeface="Microsoft YaHei"/>
              <a:ea typeface="Microsoft YaHei"/>
            </a:endParaRPr>
          </a:p>
          <a:p>
            <a:pPr marL="457200" indent="-457200">
              <a:buFont typeface="Arial"/>
              <a:buChar char="•"/>
            </a:pPr>
            <a:endParaRPr lang="zh-CN" altLang="en-US" sz="2800" dirty="0">
              <a:latin typeface="Microsoft YaHei"/>
              <a:ea typeface="Microsoft YaHei"/>
            </a:endParaRPr>
          </a:p>
          <a:p>
            <a:pPr marL="457200" indent="-457200">
              <a:buFont typeface="Arial"/>
              <a:buChar char="•"/>
            </a:pPr>
            <a:r>
              <a:rPr lang="zh-CN" altLang="en-US" sz="2800">
                <a:latin typeface="Microsoft YaHei"/>
                <a:ea typeface="Microsoft YaHei"/>
              </a:rPr>
              <a:t>后端</a:t>
            </a:r>
            <a:endParaRPr lang="zh-CN" altLang="en-US" sz="2800" dirty="0">
              <a:latin typeface="Microsoft YaHei"/>
              <a:ea typeface="Microsoft YaHei"/>
            </a:endParaRPr>
          </a:p>
          <a:p>
            <a:pPr marL="457200" indent="-457200">
              <a:buFont typeface="Arial"/>
              <a:buChar char="•"/>
            </a:pPr>
            <a:endParaRPr lang="zh-CN" altLang="en-US" sz="2800" dirty="0">
              <a:latin typeface="Microsoft YaHei"/>
              <a:ea typeface="Microsoft YaHei"/>
            </a:endParaRPr>
          </a:p>
          <a:p>
            <a:pPr marL="457200" indent="-457200">
              <a:buFont typeface="Arial"/>
              <a:buChar char="•"/>
            </a:pPr>
            <a:r>
              <a:rPr lang="zh-CN" altLang="en-US" sz="2800">
                <a:latin typeface="Microsoft YaHei"/>
                <a:ea typeface="Microsoft YaHei"/>
              </a:rPr>
              <a:t>数据库</a:t>
            </a:r>
            <a:endParaRPr lang="zh-CN" altLang="en-US" sz="2800" dirty="0">
              <a:latin typeface="Microsoft YaHei"/>
              <a:ea typeface="Microsoft YaHei"/>
            </a:endParaRPr>
          </a:p>
          <a:p>
            <a:pPr marL="457200" indent="-457200">
              <a:buFont typeface="Arial"/>
              <a:buChar char="•"/>
            </a:pPr>
            <a:endParaRPr lang="zh-CN" altLang="en-US" sz="2800" dirty="0">
              <a:latin typeface="Microsoft YaHei"/>
              <a:ea typeface="Microsoft YaHei"/>
            </a:endParaRPr>
          </a:p>
          <a:p>
            <a:pPr marL="457200" indent="-457200">
              <a:buFont typeface="Arial"/>
              <a:buChar char="•"/>
            </a:pPr>
            <a:r>
              <a:rPr lang="zh-CN" altLang="en-US" sz="2800">
                <a:latin typeface="Microsoft YaHei"/>
                <a:ea typeface="Microsoft YaHei"/>
              </a:rPr>
              <a:t>安保</a:t>
            </a:r>
            <a:endParaRPr lang="zh-CN" altLang="en-US" sz="2800" dirty="0">
              <a:latin typeface="Microsoft YaHei"/>
              <a:ea typeface="Microsoft YaHei"/>
            </a:endParaRPr>
          </a:p>
          <a:p>
            <a:pPr marL="285750" indent="-285750">
              <a:buFont typeface="Arial"/>
              <a:buChar char="•"/>
            </a:pPr>
            <a:endParaRPr lang="zh-CN" altLang="en-US" sz="2800" dirty="0">
              <a:latin typeface="Microsoft YaHei"/>
              <a:ea typeface="Microsoft YaHei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FD3CF3-ACAE-A46A-1D38-1E2DC86F3DC2}"/>
              </a:ext>
            </a:extLst>
          </p:cNvPr>
          <p:cNvSpPr txBox="1"/>
          <p:nvPr/>
        </p:nvSpPr>
        <p:spPr>
          <a:xfrm>
            <a:off x="5146842" y="815473"/>
            <a:ext cx="191168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3200">
                <a:latin typeface="Microsoft YaHei"/>
                <a:ea typeface="Microsoft YaHei"/>
              </a:rPr>
              <a:t>大体架构</a:t>
            </a:r>
          </a:p>
        </p:txBody>
      </p:sp>
    </p:spTree>
    <p:extLst>
      <p:ext uri="{BB962C8B-B14F-4D97-AF65-F5344CB8AC3E}">
        <p14:creationId xmlns:p14="http://schemas.microsoft.com/office/powerpoint/2010/main" val="2695521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C51A3E-1440-71EA-E5DA-A1975CFC4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9DE00BC-BA65-5132-7AC6-8254877B516D}"/>
              </a:ext>
            </a:extLst>
          </p:cNvPr>
          <p:cNvSpPr txBox="1"/>
          <p:nvPr/>
        </p:nvSpPr>
        <p:spPr>
          <a:xfrm>
            <a:off x="5227052" y="347578"/>
            <a:ext cx="227263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3200">
                <a:latin typeface="Microsoft YaHei"/>
                <a:ea typeface="Microsoft YaHei"/>
              </a:rPr>
              <a:t>配置</a:t>
            </a:r>
            <a:endParaRPr lang="zh-CN" altLang="en-US" sz="3200" dirty="0">
              <a:latin typeface="Microsoft YaHei"/>
              <a:ea typeface="Microsoft YaHei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85764C7-A83A-0934-D77A-A0AA8B1E3877}"/>
              </a:ext>
            </a:extLst>
          </p:cNvPr>
          <p:cNvSpPr txBox="1"/>
          <p:nvPr/>
        </p:nvSpPr>
        <p:spPr>
          <a:xfrm>
            <a:off x="7633368" y="294105"/>
            <a:ext cx="280736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>
                <a:ea typeface="等线"/>
              </a:rPr>
              <a:t>需要</a:t>
            </a:r>
          </a:p>
          <a:p>
            <a:r>
              <a:rPr lang="zh-CN" altLang="en-US">
                <a:ea typeface="等线"/>
              </a:rPr>
              <a:t>虚拟机 / 实体机一个</a:t>
            </a:r>
            <a:endParaRPr lang="zh-CN" altLang="en-US" dirty="0">
              <a:ea typeface="等线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D1EDF17-6067-DAED-B5D5-0BDC3A4081A5}"/>
              </a:ext>
            </a:extLst>
          </p:cNvPr>
          <p:cNvSpPr txBox="1"/>
          <p:nvPr/>
        </p:nvSpPr>
        <p:spPr>
          <a:xfrm>
            <a:off x="320842" y="1310105"/>
            <a:ext cx="3890210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>
                <a:latin typeface="Microsoft YaHei"/>
                <a:ea typeface="Microsoft YaHei"/>
              </a:rPr>
              <a:t>硬件：</a:t>
            </a:r>
          </a:p>
          <a:p>
            <a:r>
              <a:rPr lang="zh-CN" altLang="en-US">
                <a:latin typeface="Microsoft YaHei"/>
                <a:ea typeface="Microsoft YaHei"/>
              </a:rPr>
              <a:t>cpu：13500k(用核显 省显卡 8核心 速度够就好 刚好负载每次并发30个用户访问)</a:t>
            </a:r>
          </a:p>
          <a:p>
            <a:endParaRPr lang="zh-CN" altLang="en-US" dirty="0">
              <a:latin typeface="Microsoft YaHei"/>
              <a:ea typeface="Microsoft YaHei"/>
            </a:endParaRPr>
          </a:p>
          <a:p>
            <a:r>
              <a:rPr lang="zh-CN" altLang="en-US">
                <a:latin typeface="Microsoft YaHei"/>
                <a:ea typeface="Microsoft YaHei"/>
              </a:rPr>
              <a:t>RAM：32gb ddr4 3200mhz 够用就好 数据库 网页 数据改动 数据调用 基本都要点内存 实现</a:t>
            </a:r>
          </a:p>
          <a:p>
            <a:endParaRPr lang="zh-CN" altLang="en-US" dirty="0">
              <a:latin typeface="Microsoft YaHei"/>
              <a:ea typeface="Microsoft YaHei"/>
            </a:endParaRPr>
          </a:p>
          <a:p>
            <a:r>
              <a:rPr lang="zh-CN" altLang="en-US">
                <a:latin typeface="Microsoft YaHei"/>
                <a:ea typeface="Microsoft YaHei"/>
              </a:rPr>
              <a:t>储存：1TB 以上的HDD即可 不最求速度 降一点成本拿来提升RAM</a:t>
            </a:r>
            <a:endParaRPr lang="zh-CN">
              <a:latin typeface="Microsoft YaHei"/>
              <a:ea typeface="Microsoft YaHei"/>
            </a:endParaRPr>
          </a:p>
          <a:p>
            <a:endParaRPr lang="zh-CN" altLang="en-US" dirty="0">
              <a:latin typeface="Microsoft YaHei"/>
              <a:ea typeface="Microsoft YaHei"/>
            </a:endParaRPr>
          </a:p>
          <a:p>
            <a:r>
              <a:rPr lang="zh-CN" altLang="en-US">
                <a:latin typeface="Microsoft YaHei"/>
                <a:ea typeface="Microsoft YaHei"/>
              </a:rPr>
              <a:t>网口：接入交换机 10G最好 毕竟这玩意不值钱 23百就能买一个光口的网卡</a:t>
            </a:r>
            <a:endParaRPr lang="zh-CN" altLang="en-US" dirty="0">
              <a:latin typeface="Microsoft YaHei"/>
              <a:ea typeface="Microsoft YaHei"/>
            </a:endParaRPr>
          </a:p>
          <a:p>
            <a:endParaRPr lang="zh-CN" altLang="en-US" dirty="0">
              <a:latin typeface="Microsoft YaHei"/>
              <a:ea typeface="Microsoft YaHei"/>
            </a:endParaRPr>
          </a:p>
          <a:p>
            <a:r>
              <a:rPr lang="zh-CN" altLang="en-US">
                <a:latin typeface="Microsoft YaHei"/>
                <a:ea typeface="Microsoft YaHei"/>
              </a:rPr>
              <a:t>主板 电源能用就行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231C869-82F5-082F-951F-A1500C9482E2}"/>
              </a:ext>
            </a:extLst>
          </p:cNvPr>
          <p:cNvSpPr txBox="1"/>
          <p:nvPr/>
        </p:nvSpPr>
        <p:spPr>
          <a:xfrm>
            <a:off x="6095999" y="1310106"/>
            <a:ext cx="5467683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>
                <a:latin typeface="Microsoft YaHei"/>
                <a:ea typeface="Microsoft YaHei"/>
              </a:rPr>
              <a:t>软件：IT管理员们 多少少都得一起改动 我没用过 但调查过 有</a:t>
            </a:r>
            <a:r>
              <a:rPr lang="en-US" altLang="zh-CN" dirty="0" err="1">
                <a:latin typeface="Microsoft YaHei"/>
                <a:ea typeface="Microsoft YaHei"/>
              </a:rPr>
              <a:t>AlmaLinux</a:t>
            </a:r>
            <a:endParaRPr lang="en-US" altLang="zh-CN" dirty="0">
              <a:latin typeface="Microsoft YaHei"/>
              <a:ea typeface="Microsoft YaHei"/>
            </a:endParaRPr>
          </a:p>
          <a:p>
            <a:r>
              <a:rPr lang="en-US" altLang="zh-CN" dirty="0" err="1">
                <a:latin typeface="Microsoft YaHei"/>
                <a:ea typeface="Microsoft YaHei"/>
              </a:rPr>
              <a:t>但我还是用回我熟悉的</a:t>
            </a:r>
            <a:r>
              <a:rPr lang="en-US" dirty="0" err="1">
                <a:latin typeface="Microsoft YaHei"/>
                <a:ea typeface="Microsoft YaHei"/>
                <a:cs typeface="+mn-lt"/>
              </a:rPr>
              <a:t>Ubuntu</a:t>
            </a:r>
            <a:r>
              <a:rPr lang="en-US" dirty="0">
                <a:latin typeface="Microsoft YaHei"/>
                <a:ea typeface="Microsoft YaHei"/>
                <a:cs typeface="+mn-lt"/>
              </a:rPr>
              <a:t> LTS </a:t>
            </a:r>
          </a:p>
          <a:p>
            <a:r>
              <a:rPr lang="zh-CN" altLang="en-US">
                <a:latin typeface="Microsoft YaHei"/>
                <a:ea typeface="Microsoft YaHei"/>
              </a:rPr>
              <a:t>版本随意 支持数据库 与 后端工程即可 最好稳定一个版本</a:t>
            </a:r>
            <a:r>
              <a:rPr lang="zh-CN">
                <a:latin typeface="Microsoft YaHei"/>
                <a:ea typeface="Microsoft YaHei"/>
                <a:cs typeface="+mn-lt"/>
              </a:rPr>
              <a:t>24.04</a:t>
            </a:r>
            <a:r>
              <a:rPr lang="zh-CN" altLang="en-US">
                <a:latin typeface="Microsoft YaHei"/>
                <a:ea typeface="Microsoft YaHei"/>
                <a:cs typeface="+mn-lt"/>
              </a:rPr>
              <a:t> </a:t>
            </a:r>
          </a:p>
          <a:p>
            <a:endParaRPr lang="zh-CN" altLang="en-US" dirty="0">
              <a:latin typeface="Microsoft YaHei"/>
              <a:ea typeface="Microsoft YaHei"/>
            </a:endParaRPr>
          </a:p>
          <a:p>
            <a:r>
              <a:rPr lang="zh-CN" altLang="en-US">
                <a:latin typeface="Microsoft YaHei"/>
                <a:ea typeface="Microsoft YaHei"/>
              </a:rPr>
              <a:t>系统：</a:t>
            </a:r>
            <a:r>
              <a:rPr lang="en-US" altLang="zh-CN" dirty="0">
                <a:latin typeface="Microsoft YaHei"/>
                <a:ea typeface="Microsoft YaHei"/>
              </a:rPr>
              <a:t>Ubuntu LTS 24.04</a:t>
            </a:r>
            <a:r>
              <a:rPr lang="zh-CN" altLang="en-US" dirty="0">
                <a:latin typeface="Microsoft YaHei"/>
                <a:ea typeface="Microsoft YaHei"/>
              </a:rPr>
              <a:t> </a:t>
            </a:r>
            <a:endParaRPr lang="en-US" dirty="0">
              <a:latin typeface="Microsoft YaHei"/>
              <a:ea typeface="Microsoft YaHei"/>
            </a:endParaRPr>
          </a:p>
          <a:p>
            <a:endParaRPr lang="zh-CN" altLang="en-US" dirty="0">
              <a:latin typeface="Microsoft YaHei"/>
              <a:ea typeface="Microsoft YaHei"/>
            </a:endParaRPr>
          </a:p>
          <a:p>
            <a:r>
              <a:rPr lang="zh-CN" altLang="en-US">
                <a:latin typeface="Microsoft YaHei"/>
                <a:ea typeface="Microsoft YaHei"/>
              </a:rPr>
              <a:t>网站前端：</a:t>
            </a:r>
            <a:r>
              <a:rPr lang="zh-CN">
                <a:latin typeface="Microsoft YaHei"/>
                <a:ea typeface="Microsoft YaHei"/>
                <a:cs typeface="+mn-lt"/>
              </a:rPr>
              <a:t>Vue.js 3</a:t>
            </a:r>
            <a:endParaRPr lang="zh-CN" altLang="en-US">
              <a:latin typeface="Microsoft YaHei"/>
              <a:ea typeface="Microsoft YaHei"/>
            </a:endParaRPr>
          </a:p>
          <a:p>
            <a:endParaRPr lang="zh-CN" altLang="en-US" dirty="0">
              <a:latin typeface="Microsoft YaHei"/>
              <a:ea typeface="Microsoft YaHei"/>
            </a:endParaRPr>
          </a:p>
          <a:p>
            <a:endParaRPr lang="zh-CN" altLang="en-US" dirty="0">
              <a:latin typeface="Microsoft YaHei"/>
              <a:ea typeface="Microsoft YaHei"/>
            </a:endParaRPr>
          </a:p>
          <a:p>
            <a:r>
              <a:rPr lang="zh-CN" altLang="en-US">
                <a:latin typeface="Microsoft YaHei"/>
                <a:ea typeface="Microsoft YaHei"/>
              </a:rPr>
              <a:t>动态网站后端：</a:t>
            </a:r>
            <a:r>
              <a:rPr lang="zh-CN">
                <a:latin typeface="Microsoft YaHei"/>
                <a:ea typeface="Microsoft YaHei"/>
                <a:cs typeface="+mn-lt"/>
              </a:rPr>
              <a:t>Java (Spring Boot)</a:t>
            </a:r>
          </a:p>
          <a:p>
            <a:endParaRPr lang="zh-CN" dirty="0">
              <a:latin typeface="Microsoft YaHei"/>
              <a:ea typeface="Microsoft YaHei"/>
            </a:endParaRPr>
          </a:p>
          <a:p>
            <a:r>
              <a:rPr lang="zh-CN" altLang="en-US">
                <a:latin typeface="Microsoft YaHei"/>
                <a:ea typeface="Microsoft YaHei"/>
              </a:rPr>
              <a:t>数据库使用教过的</a:t>
            </a:r>
            <a:r>
              <a:rPr lang="zh-CN" altLang="en-US">
                <a:latin typeface="Microsoft YaHei"/>
                <a:ea typeface="Microsoft YaHei"/>
                <a:cs typeface="+mn-lt"/>
              </a:rPr>
              <a:t>：</a:t>
            </a:r>
            <a:r>
              <a:rPr lang="zh-CN">
                <a:latin typeface="Microsoft YaHei"/>
                <a:ea typeface="Microsoft YaHei"/>
                <a:cs typeface="+mn-lt"/>
              </a:rPr>
              <a:t>MySQL</a:t>
            </a:r>
            <a:endParaRPr lang="zh-CN" altLang="en-US">
              <a:latin typeface="Microsoft YaHei"/>
              <a:ea typeface="Microsoft YaHei"/>
              <a:cs typeface="+mn-lt"/>
            </a:endParaRPr>
          </a:p>
          <a:p>
            <a:endParaRPr lang="zh-CN" dirty="0">
              <a:latin typeface="Microsoft YaHei"/>
              <a:ea typeface="Microsoft YaHei"/>
            </a:endParaRPr>
          </a:p>
          <a:p>
            <a:r>
              <a:rPr lang="zh-CN" altLang="en-US">
                <a:latin typeface="Microsoft YaHei"/>
                <a:ea typeface="Microsoft YaHei"/>
              </a:rPr>
              <a:t>当然安保方面的 之后安保层说</a:t>
            </a:r>
          </a:p>
        </p:txBody>
      </p:sp>
    </p:spTree>
    <p:extLst>
      <p:ext uri="{BB962C8B-B14F-4D97-AF65-F5344CB8AC3E}">
        <p14:creationId xmlns:p14="http://schemas.microsoft.com/office/powerpoint/2010/main" val="1310678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317F93-C970-4C42-5542-67870F2AA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1EE17F9-F954-6C59-BD8E-6AD41E643EED}"/>
              </a:ext>
            </a:extLst>
          </p:cNvPr>
          <p:cNvSpPr txBox="1"/>
          <p:nvPr/>
        </p:nvSpPr>
        <p:spPr>
          <a:xfrm>
            <a:off x="5534526" y="467894"/>
            <a:ext cx="145715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3200">
                <a:latin typeface="Microsoft YaHei"/>
                <a:ea typeface="Microsoft YaHei"/>
              </a:rPr>
              <a:t>前端</a:t>
            </a:r>
            <a:endParaRPr lang="zh-CN" altLang="en-US" sz="3200" dirty="0">
              <a:latin typeface="Microsoft YaHei"/>
              <a:ea typeface="Microsoft YaHei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B471B24-B03B-61B2-6199-51111B095635}"/>
              </a:ext>
            </a:extLst>
          </p:cNvPr>
          <p:cNvSpPr txBox="1"/>
          <p:nvPr/>
        </p:nvSpPr>
        <p:spPr>
          <a:xfrm>
            <a:off x="638234" y="1127368"/>
            <a:ext cx="7526419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800">
                <a:latin typeface="Microsoft YaHei"/>
                <a:ea typeface="Microsoft YaHei"/>
              </a:rPr>
              <a:t>登陆界面</a:t>
            </a:r>
            <a:endParaRPr lang="zh-CN"/>
          </a:p>
          <a:p>
            <a:r>
              <a:rPr lang="zh-CN" altLang="en-US" sz="2800">
                <a:latin typeface="Microsoft YaHei"/>
                <a:ea typeface="Microsoft YaHei"/>
              </a:rPr>
              <a:t>使用 数据库 账密 进行匹配用户 </a:t>
            </a:r>
          </a:p>
          <a:p>
            <a:r>
              <a:rPr lang="zh-CN" altLang="en-US" sz="2800">
                <a:latin typeface="Microsoft YaHei"/>
                <a:ea typeface="Microsoft YaHei"/>
              </a:rPr>
              <a:t>分为 学生(S) 老师（T) 管理员(U)</a:t>
            </a:r>
          </a:p>
          <a:p>
            <a:endParaRPr lang="zh-CN" altLang="en-US" sz="2800" dirty="0">
              <a:latin typeface="Microsoft YaHei"/>
              <a:ea typeface="Microsoft YaHei"/>
            </a:endParaRPr>
          </a:p>
          <a:p>
            <a:r>
              <a:rPr lang="zh-CN" altLang="en-US" sz="2800">
                <a:latin typeface="Microsoft YaHei"/>
                <a:ea typeface="Microsoft YaHei"/>
              </a:rPr>
              <a:t>主頁 / 活動頁 / 添加活動頁 / 管理活動頁面 / 參加活動頁面 </a:t>
            </a:r>
            <a:endParaRPr lang="zh-CN" altLang="en-US" sz="2800" dirty="0">
              <a:latin typeface="Microsoft YaHei"/>
              <a:ea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348564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3958F8-C956-5452-1E32-66DBDFCE3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179E13A-56E4-CB65-A3A1-6DC7535AF7B9}"/>
              </a:ext>
            </a:extLst>
          </p:cNvPr>
          <p:cNvSpPr txBox="1"/>
          <p:nvPr/>
        </p:nvSpPr>
        <p:spPr>
          <a:xfrm>
            <a:off x="5534526" y="467894"/>
            <a:ext cx="145715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3200">
                <a:latin typeface="Microsoft YaHei"/>
                <a:ea typeface="Microsoft YaHei"/>
              </a:rPr>
              <a:t>前端</a:t>
            </a:r>
            <a:endParaRPr lang="zh-CN" altLang="en-US" sz="3200" dirty="0">
              <a:latin typeface="Microsoft YaHei"/>
              <a:ea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F4E0B0-51F5-9534-6A3F-4B363419BA44}"/>
              </a:ext>
            </a:extLst>
          </p:cNvPr>
          <p:cNvSpPr/>
          <p:nvPr/>
        </p:nvSpPr>
        <p:spPr>
          <a:xfrm>
            <a:off x="2056725" y="1362158"/>
            <a:ext cx="8638247" cy="53205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15E8599-5DDC-02F3-091C-4712ED22F641}"/>
              </a:ext>
            </a:extLst>
          </p:cNvPr>
          <p:cNvSpPr/>
          <p:nvPr/>
        </p:nvSpPr>
        <p:spPr>
          <a:xfrm>
            <a:off x="2198335" y="1503770"/>
            <a:ext cx="795717" cy="4383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ea typeface="等线"/>
              </a:rPr>
              <a:t>首頁</a:t>
            </a:r>
            <a:endParaRPr lang="zh-CN" altLang="en-US" dirty="0">
              <a:ea typeface="等线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F20E93CF-A1EF-8E20-66F5-A0BAED1FDDAB}"/>
              </a:ext>
            </a:extLst>
          </p:cNvPr>
          <p:cNvSpPr/>
          <p:nvPr/>
        </p:nvSpPr>
        <p:spPr>
          <a:xfrm>
            <a:off x="9649752" y="1456566"/>
            <a:ext cx="957556" cy="79571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ea typeface="等线"/>
              </a:rPr>
              <a:t>user</a:t>
            </a:r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5B853EF-003F-2DCA-5C38-A7718BDCDE73}"/>
              </a:ext>
            </a:extLst>
          </p:cNvPr>
          <p:cNvSpPr/>
          <p:nvPr/>
        </p:nvSpPr>
        <p:spPr>
          <a:xfrm>
            <a:off x="8665220" y="1638637"/>
            <a:ext cx="876637" cy="40460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ea typeface="等线"/>
              </a:rPr>
              <a:t>设置</a:t>
            </a:r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5A4860B-2769-2912-C4C9-6F0E62EB6094}"/>
              </a:ext>
            </a:extLst>
          </p:cNvPr>
          <p:cNvSpPr txBox="1"/>
          <p:nvPr/>
        </p:nvSpPr>
        <p:spPr>
          <a:xfrm>
            <a:off x="1490282" y="451805"/>
            <a:ext cx="138238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>
                <a:ea typeface="等线"/>
              </a:rPr>
              <a:t>学生</a:t>
            </a: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60797FF-2D84-B0A7-3F6D-2318EC8EF909}"/>
              </a:ext>
            </a:extLst>
          </p:cNvPr>
          <p:cNvSpPr/>
          <p:nvPr/>
        </p:nvSpPr>
        <p:spPr>
          <a:xfrm>
            <a:off x="2063468" y="2252283"/>
            <a:ext cx="8631504" cy="72153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ea typeface="等线"/>
              </a:rPr>
              <a:t>主頁  已參加  未參加  報道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497A24C-C586-C372-D1BA-896FA8DA7769}"/>
              </a:ext>
            </a:extLst>
          </p:cNvPr>
          <p:cNvSpPr/>
          <p:nvPr/>
        </p:nvSpPr>
        <p:spPr>
          <a:xfrm>
            <a:off x="5489097" y="1490283"/>
            <a:ext cx="1402619" cy="6271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ea typeface="等线"/>
              </a:rPr>
              <a:t>活動</a:t>
            </a:r>
            <a:endParaRPr lang="zh-CN" altLang="en-US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C979031F-2814-6CD0-C60A-A0DEBD8B0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476517"/>
              </p:ext>
            </p:extLst>
          </p:nvPr>
        </p:nvGraphicFramePr>
        <p:xfrm>
          <a:off x="2292743" y="3432371"/>
          <a:ext cx="8168634" cy="3227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4760">
                  <a:extLst>
                    <a:ext uri="{9D8B030D-6E8A-4147-A177-3AD203B41FA5}">
                      <a16:colId xmlns:a16="http://schemas.microsoft.com/office/drawing/2014/main" val="335802388"/>
                    </a:ext>
                  </a:extLst>
                </a:gridCol>
                <a:gridCol w="3000796">
                  <a:extLst>
                    <a:ext uri="{9D8B030D-6E8A-4147-A177-3AD203B41FA5}">
                      <a16:colId xmlns:a16="http://schemas.microsoft.com/office/drawing/2014/main" val="3302297508"/>
                    </a:ext>
                  </a:extLst>
                </a:gridCol>
                <a:gridCol w="2120918">
                  <a:extLst>
                    <a:ext uri="{9D8B030D-6E8A-4147-A177-3AD203B41FA5}">
                      <a16:colId xmlns:a16="http://schemas.microsoft.com/office/drawing/2014/main" val="82615692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578977925"/>
                    </a:ext>
                  </a:extLst>
                </a:gridCol>
              </a:tblGrid>
              <a:tr h="667592">
                <a:tc>
                  <a:txBody>
                    <a:bodyPr/>
                    <a:lstStyle/>
                    <a:p>
                      <a:r>
                        <a:rPr lang="zh-CN" altLang="en-US" sz="1600"/>
                        <a:t>活動編號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活動名字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CN" altLang="en-US"/>
                        <a:t>開始日期 - 截至日期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人數&amp;限制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541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20260929a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旅行日介紹工作坊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26/09/29 -</a:t>
                      </a:r>
                    </a:p>
                    <a:p>
                      <a:pPr lvl="0">
                        <a:buNone/>
                      </a:pPr>
                      <a:r>
                        <a:rPr lang="zh-CN" altLang="en-US"/>
                        <a:t>26/10/12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全體中x學生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456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20260929b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xx講座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26/09/29 -</a:t>
                      </a:r>
                    </a:p>
                    <a:p>
                      <a:pPr lvl="0">
                        <a:buNone/>
                      </a:pPr>
                      <a:r>
                        <a:rPr lang="zh-CN" altLang="en-US"/>
                        <a:t>26/10/01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23/60</a:t>
                      </a:r>
                    </a:p>
                    <a:p>
                      <a:pPr lvl="0">
                        <a:buNone/>
                      </a:pPr>
                      <a:r>
                        <a:rPr lang="zh-CN" altLang="en-US"/>
                        <a:t>中一 至 中五學生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417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20260930a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xx學會活動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CN" sz="1800" b="0" i="0" u="none" strike="noStrike" noProof="0">
                          <a:solidFill>
                            <a:srgbClr val="000000"/>
                          </a:solidFill>
                          <a:latin typeface="等线"/>
                          <a:ea typeface="等线"/>
                        </a:rPr>
                        <a:t>26/09/29 -</a:t>
                      </a:r>
                      <a:endParaRPr lang="en-US" altLang="zh-CN" sz="1800" b="0" i="0" u="none" strike="noStrike" noProof="0">
                        <a:solidFill>
                          <a:srgbClr val="000000"/>
                        </a:solidFill>
                        <a:latin typeface="等线"/>
                        <a:ea typeface="等线"/>
                      </a:endParaRPr>
                    </a:p>
                    <a:p>
                      <a:pPr lvl="0">
                        <a:buNone/>
                      </a:pPr>
                      <a:r>
                        <a:rPr lang="zh-CN" sz="1800" b="0" i="0" u="none" strike="noStrike" noProof="0">
                          <a:solidFill>
                            <a:srgbClr val="000000"/>
                          </a:solidFill>
                          <a:latin typeface="等线"/>
                          <a:ea typeface="等线"/>
                        </a:rPr>
                        <a:t>26/10/01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28/30</a:t>
                      </a:r>
                    </a:p>
                    <a:p>
                      <a:pPr lvl="0">
                        <a:buNone/>
                      </a:pPr>
                      <a:r>
                        <a:rPr lang="zh-CN" altLang="en-US"/>
                        <a:t>xx學會學生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111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20261001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國慶假期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CN" sz="1800" b="0" i="0" u="none" strike="noStrike" noProof="0">
                          <a:solidFill>
                            <a:srgbClr val="000000"/>
                          </a:solidFill>
                          <a:latin typeface="等线"/>
                          <a:ea typeface="等线"/>
                        </a:rPr>
                        <a:t>26/09/29 -</a:t>
                      </a:r>
                      <a:endParaRPr lang="en-US" altLang="zh-CN" sz="1800" b="0" i="0" u="none" strike="noStrike" noProof="0">
                        <a:solidFill>
                          <a:srgbClr val="000000"/>
                        </a:solidFill>
                        <a:latin typeface="等线"/>
                        <a:ea typeface="等线"/>
                      </a:endParaRPr>
                    </a:p>
                    <a:p>
                      <a:pPr lvl="0">
                        <a:buNone/>
                      </a:pPr>
                      <a:r>
                        <a:rPr lang="zh-CN" sz="1800" b="0" i="0" u="none" strike="noStrike" noProof="0">
                          <a:solidFill>
                            <a:srgbClr val="000000"/>
                          </a:solidFill>
                          <a:latin typeface="等线"/>
                          <a:ea typeface="等线"/>
                        </a:rPr>
                        <a:t>26/10/01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全體學生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1144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2758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B4B777-7D4E-CCA7-BD18-A0DB42E4A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D928F0A-4640-2781-2ADF-C82F3AB0A4E1}"/>
              </a:ext>
            </a:extLst>
          </p:cNvPr>
          <p:cNvSpPr txBox="1"/>
          <p:nvPr/>
        </p:nvSpPr>
        <p:spPr>
          <a:xfrm>
            <a:off x="5534526" y="467894"/>
            <a:ext cx="145715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3200">
                <a:latin typeface="Microsoft YaHei"/>
                <a:ea typeface="Microsoft YaHei"/>
              </a:rPr>
              <a:t>前端</a:t>
            </a:r>
            <a:endParaRPr lang="zh-CN" altLang="en-US" sz="3200" dirty="0">
              <a:latin typeface="Microsoft YaHei"/>
              <a:ea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2191425-4B8F-91C4-BBD2-D72E03827C40}"/>
              </a:ext>
            </a:extLst>
          </p:cNvPr>
          <p:cNvSpPr/>
          <p:nvPr/>
        </p:nvSpPr>
        <p:spPr>
          <a:xfrm>
            <a:off x="2056725" y="1362158"/>
            <a:ext cx="8638247" cy="53205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2DA152D-75AE-773E-2BAE-5953C72BC76C}"/>
              </a:ext>
            </a:extLst>
          </p:cNvPr>
          <p:cNvSpPr/>
          <p:nvPr/>
        </p:nvSpPr>
        <p:spPr>
          <a:xfrm>
            <a:off x="2198335" y="1503770"/>
            <a:ext cx="795717" cy="4383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ea typeface="等线"/>
              </a:rPr>
              <a:t>首頁</a:t>
            </a:r>
            <a:endParaRPr lang="zh-CN" altLang="en-US" dirty="0">
              <a:ea typeface="等线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A7383581-B40C-3FBD-4AFC-27804545A862}"/>
              </a:ext>
            </a:extLst>
          </p:cNvPr>
          <p:cNvSpPr/>
          <p:nvPr/>
        </p:nvSpPr>
        <p:spPr>
          <a:xfrm>
            <a:off x="9649752" y="1456566"/>
            <a:ext cx="957556" cy="79571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ea typeface="等线"/>
              </a:rPr>
              <a:t>user</a:t>
            </a:r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F676C54-EAD2-78D2-A7AD-F35EDC454B6F}"/>
              </a:ext>
            </a:extLst>
          </p:cNvPr>
          <p:cNvSpPr/>
          <p:nvPr/>
        </p:nvSpPr>
        <p:spPr>
          <a:xfrm>
            <a:off x="8665220" y="1638637"/>
            <a:ext cx="876637" cy="40460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ea typeface="等线"/>
              </a:rPr>
              <a:t>设置</a:t>
            </a:r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D74D2FE-9192-5872-FC1C-1C0857FDD47C}"/>
              </a:ext>
            </a:extLst>
          </p:cNvPr>
          <p:cNvSpPr txBox="1"/>
          <p:nvPr/>
        </p:nvSpPr>
        <p:spPr>
          <a:xfrm>
            <a:off x="1490282" y="451805"/>
            <a:ext cx="138238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>
                <a:ea typeface="等线"/>
              </a:rPr>
              <a:t>老師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223005-37CF-E0E1-FA78-300755D3D0CA}"/>
              </a:ext>
            </a:extLst>
          </p:cNvPr>
          <p:cNvSpPr/>
          <p:nvPr/>
        </p:nvSpPr>
        <p:spPr>
          <a:xfrm>
            <a:off x="2063468" y="2252283"/>
            <a:ext cx="8631504" cy="72153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altLang="en-US">
                <a:ea typeface="等线"/>
              </a:rPr>
              <a:t>主頁  添加  負責  報道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B7A715A-A62A-A4C9-ECAF-99D93740836B}"/>
              </a:ext>
            </a:extLst>
          </p:cNvPr>
          <p:cNvSpPr/>
          <p:nvPr/>
        </p:nvSpPr>
        <p:spPr>
          <a:xfrm>
            <a:off x="5489097" y="1490283"/>
            <a:ext cx="1402619" cy="6271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ea typeface="等线"/>
              </a:rPr>
              <a:t>活動</a:t>
            </a:r>
            <a:endParaRPr lang="zh-CN" altLang="en-US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E30DE19-49FC-31C5-1686-A958A66E5127}"/>
              </a:ext>
            </a:extLst>
          </p:cNvPr>
          <p:cNvGraphicFramePr>
            <a:graphicFrameLocks noGrp="1"/>
          </p:cNvGraphicFramePr>
          <p:nvPr/>
        </p:nvGraphicFramePr>
        <p:xfrm>
          <a:off x="2292743" y="3432371"/>
          <a:ext cx="8168634" cy="3227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4760">
                  <a:extLst>
                    <a:ext uri="{9D8B030D-6E8A-4147-A177-3AD203B41FA5}">
                      <a16:colId xmlns:a16="http://schemas.microsoft.com/office/drawing/2014/main" val="335802388"/>
                    </a:ext>
                  </a:extLst>
                </a:gridCol>
                <a:gridCol w="3000796">
                  <a:extLst>
                    <a:ext uri="{9D8B030D-6E8A-4147-A177-3AD203B41FA5}">
                      <a16:colId xmlns:a16="http://schemas.microsoft.com/office/drawing/2014/main" val="3302297508"/>
                    </a:ext>
                  </a:extLst>
                </a:gridCol>
                <a:gridCol w="2120918">
                  <a:extLst>
                    <a:ext uri="{9D8B030D-6E8A-4147-A177-3AD203B41FA5}">
                      <a16:colId xmlns:a16="http://schemas.microsoft.com/office/drawing/2014/main" val="82615692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578977925"/>
                    </a:ext>
                  </a:extLst>
                </a:gridCol>
              </a:tblGrid>
              <a:tr h="667592">
                <a:tc>
                  <a:txBody>
                    <a:bodyPr/>
                    <a:lstStyle/>
                    <a:p>
                      <a:r>
                        <a:rPr lang="zh-CN" altLang="en-US" sz="1600"/>
                        <a:t>活動編號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活動名字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CN" altLang="en-US"/>
                        <a:t>開始日期 - 截至日期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人數&amp;限制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541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20260929a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旅行日介紹工作坊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26/09/29 -</a:t>
                      </a:r>
                    </a:p>
                    <a:p>
                      <a:pPr lvl="0">
                        <a:buNone/>
                      </a:pPr>
                      <a:r>
                        <a:rPr lang="zh-CN" altLang="en-US"/>
                        <a:t>26/10/12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全體中x學生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456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20260929b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xx講座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26/09/29 -</a:t>
                      </a:r>
                    </a:p>
                    <a:p>
                      <a:pPr lvl="0">
                        <a:buNone/>
                      </a:pPr>
                      <a:r>
                        <a:rPr lang="zh-CN" altLang="en-US"/>
                        <a:t>26/10/01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23/60</a:t>
                      </a:r>
                    </a:p>
                    <a:p>
                      <a:pPr lvl="0">
                        <a:buNone/>
                      </a:pPr>
                      <a:r>
                        <a:rPr lang="zh-CN" altLang="en-US"/>
                        <a:t>中一 至 中五學生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417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20260930a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xx學會活動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CN" sz="1800" b="0" i="0" u="none" strike="noStrike" noProof="0">
                          <a:solidFill>
                            <a:srgbClr val="000000"/>
                          </a:solidFill>
                          <a:latin typeface="等线"/>
                          <a:ea typeface="等线"/>
                        </a:rPr>
                        <a:t>26/09/29 -</a:t>
                      </a:r>
                      <a:endParaRPr lang="en-US" altLang="zh-CN" sz="1800" b="0" i="0" u="none" strike="noStrike" noProof="0">
                        <a:solidFill>
                          <a:srgbClr val="000000"/>
                        </a:solidFill>
                        <a:latin typeface="等线"/>
                        <a:ea typeface="等线"/>
                      </a:endParaRPr>
                    </a:p>
                    <a:p>
                      <a:pPr lvl="0">
                        <a:buNone/>
                      </a:pPr>
                      <a:r>
                        <a:rPr lang="zh-CN" sz="1800" b="0" i="0" u="none" strike="noStrike" noProof="0">
                          <a:solidFill>
                            <a:srgbClr val="000000"/>
                          </a:solidFill>
                          <a:latin typeface="等线"/>
                          <a:ea typeface="等线"/>
                        </a:rPr>
                        <a:t>26/10/01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28/30</a:t>
                      </a:r>
                    </a:p>
                    <a:p>
                      <a:pPr lvl="0">
                        <a:buNone/>
                      </a:pPr>
                      <a:r>
                        <a:rPr lang="zh-CN" altLang="en-US"/>
                        <a:t>xx學會學生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111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20261001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國慶假期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CN" sz="1800" b="0" i="0" u="none" strike="noStrike" noProof="0">
                          <a:solidFill>
                            <a:srgbClr val="000000"/>
                          </a:solidFill>
                          <a:latin typeface="等线"/>
                          <a:ea typeface="等线"/>
                        </a:rPr>
                        <a:t>26/09/29 -</a:t>
                      </a:r>
                      <a:endParaRPr lang="en-US" altLang="zh-CN" sz="1800" b="0" i="0" u="none" strike="noStrike" noProof="0">
                        <a:solidFill>
                          <a:srgbClr val="000000"/>
                        </a:solidFill>
                        <a:latin typeface="等线"/>
                        <a:ea typeface="等线"/>
                      </a:endParaRPr>
                    </a:p>
                    <a:p>
                      <a:pPr lvl="0">
                        <a:buNone/>
                      </a:pPr>
                      <a:r>
                        <a:rPr lang="zh-CN" sz="1800" b="0" i="0" u="none" strike="noStrike" noProof="0">
                          <a:solidFill>
                            <a:srgbClr val="000000"/>
                          </a:solidFill>
                          <a:latin typeface="等线"/>
                          <a:ea typeface="等线"/>
                        </a:rPr>
                        <a:t>26/10/01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全體學生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1144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3275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71F3CA-128D-438F-D104-8AB21BB3E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52040C2-6D99-6E33-AD4F-3D9BE53E85D8}"/>
              </a:ext>
            </a:extLst>
          </p:cNvPr>
          <p:cNvSpPr txBox="1"/>
          <p:nvPr/>
        </p:nvSpPr>
        <p:spPr>
          <a:xfrm>
            <a:off x="5534526" y="467894"/>
            <a:ext cx="145715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3200">
                <a:latin typeface="Microsoft YaHei"/>
                <a:ea typeface="Microsoft YaHei"/>
              </a:rPr>
              <a:t>前端</a:t>
            </a:r>
            <a:endParaRPr lang="zh-CN" altLang="en-US" sz="3200" dirty="0">
              <a:latin typeface="Microsoft YaHei"/>
              <a:ea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6548B56-08D5-1D21-9E4A-F89E86F9E01B}"/>
              </a:ext>
            </a:extLst>
          </p:cNvPr>
          <p:cNvSpPr/>
          <p:nvPr/>
        </p:nvSpPr>
        <p:spPr>
          <a:xfrm>
            <a:off x="2056725" y="1362158"/>
            <a:ext cx="8638247" cy="53205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8E0DE59-6F51-61A8-B65D-5FDA2360E33F}"/>
              </a:ext>
            </a:extLst>
          </p:cNvPr>
          <p:cNvSpPr/>
          <p:nvPr/>
        </p:nvSpPr>
        <p:spPr>
          <a:xfrm>
            <a:off x="2198335" y="1503770"/>
            <a:ext cx="795717" cy="4383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ea typeface="等线"/>
              </a:rPr>
              <a:t>首頁</a:t>
            </a:r>
            <a:endParaRPr lang="zh-CN" altLang="en-US" dirty="0">
              <a:ea typeface="等线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308C04A-364F-4DA6-208F-91FD946EDF5A}"/>
              </a:ext>
            </a:extLst>
          </p:cNvPr>
          <p:cNvSpPr/>
          <p:nvPr/>
        </p:nvSpPr>
        <p:spPr>
          <a:xfrm>
            <a:off x="9649752" y="1456566"/>
            <a:ext cx="957556" cy="79571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ea typeface="等线"/>
              </a:rPr>
              <a:t>user</a:t>
            </a:r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9729CE8-AFD2-FB56-3696-F948FDC21C3C}"/>
              </a:ext>
            </a:extLst>
          </p:cNvPr>
          <p:cNvSpPr/>
          <p:nvPr/>
        </p:nvSpPr>
        <p:spPr>
          <a:xfrm>
            <a:off x="8665220" y="1638637"/>
            <a:ext cx="876637" cy="40460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ea typeface="等线"/>
              </a:rPr>
              <a:t>设置</a:t>
            </a:r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9CAA10-7B72-05DC-0FCD-7615586EC633}"/>
              </a:ext>
            </a:extLst>
          </p:cNvPr>
          <p:cNvSpPr txBox="1"/>
          <p:nvPr/>
        </p:nvSpPr>
        <p:spPr>
          <a:xfrm>
            <a:off x="1490282" y="451805"/>
            <a:ext cx="138238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>
                <a:ea typeface="等线"/>
              </a:rPr>
              <a:t>User 管理</a:t>
            </a:r>
            <a:endParaRPr lang="zh-CN" altLang="en-US" dirty="0">
              <a:ea typeface="等线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EB00258-70ED-9F32-9ECD-01D0647A1333}"/>
              </a:ext>
            </a:extLst>
          </p:cNvPr>
          <p:cNvSpPr/>
          <p:nvPr/>
        </p:nvSpPr>
        <p:spPr>
          <a:xfrm>
            <a:off x="2063468" y="2252283"/>
            <a:ext cx="8631504" cy="72153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altLang="en-US">
                <a:ea typeface="等线"/>
              </a:rPr>
              <a:t>主頁  添加  編輯  報道  資料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B9C2E63-F4A1-FC21-4628-8E5161CC196A}"/>
              </a:ext>
            </a:extLst>
          </p:cNvPr>
          <p:cNvSpPr/>
          <p:nvPr/>
        </p:nvSpPr>
        <p:spPr>
          <a:xfrm>
            <a:off x="5489097" y="1490283"/>
            <a:ext cx="1402619" cy="6271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ea typeface="等线"/>
              </a:rPr>
              <a:t>活動</a:t>
            </a:r>
            <a:endParaRPr lang="zh-CN" altLang="en-US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8675EA38-B66B-197A-24C2-5F0A22DE3A4C}"/>
              </a:ext>
            </a:extLst>
          </p:cNvPr>
          <p:cNvGraphicFramePr>
            <a:graphicFrameLocks noGrp="1"/>
          </p:cNvGraphicFramePr>
          <p:nvPr/>
        </p:nvGraphicFramePr>
        <p:xfrm>
          <a:off x="2292743" y="3432371"/>
          <a:ext cx="8168634" cy="3227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4760">
                  <a:extLst>
                    <a:ext uri="{9D8B030D-6E8A-4147-A177-3AD203B41FA5}">
                      <a16:colId xmlns:a16="http://schemas.microsoft.com/office/drawing/2014/main" val="335802388"/>
                    </a:ext>
                  </a:extLst>
                </a:gridCol>
                <a:gridCol w="3000796">
                  <a:extLst>
                    <a:ext uri="{9D8B030D-6E8A-4147-A177-3AD203B41FA5}">
                      <a16:colId xmlns:a16="http://schemas.microsoft.com/office/drawing/2014/main" val="3302297508"/>
                    </a:ext>
                  </a:extLst>
                </a:gridCol>
                <a:gridCol w="2120918">
                  <a:extLst>
                    <a:ext uri="{9D8B030D-6E8A-4147-A177-3AD203B41FA5}">
                      <a16:colId xmlns:a16="http://schemas.microsoft.com/office/drawing/2014/main" val="82615692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578977925"/>
                    </a:ext>
                  </a:extLst>
                </a:gridCol>
              </a:tblGrid>
              <a:tr h="667592">
                <a:tc>
                  <a:txBody>
                    <a:bodyPr/>
                    <a:lstStyle/>
                    <a:p>
                      <a:r>
                        <a:rPr lang="zh-CN" altLang="en-US" sz="1600"/>
                        <a:t>活動編號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活動名字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CN" altLang="en-US"/>
                        <a:t>開始日期 - 截至日期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人數&amp;限制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541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20260929a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旅行日介紹工作坊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26/09/29 -</a:t>
                      </a:r>
                    </a:p>
                    <a:p>
                      <a:pPr lvl="0">
                        <a:buNone/>
                      </a:pPr>
                      <a:r>
                        <a:rPr lang="zh-CN" altLang="en-US"/>
                        <a:t>26/10/12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全體中x學生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456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20260929b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xx講座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26/09/29 -</a:t>
                      </a:r>
                    </a:p>
                    <a:p>
                      <a:pPr lvl="0">
                        <a:buNone/>
                      </a:pPr>
                      <a:r>
                        <a:rPr lang="zh-CN" altLang="en-US"/>
                        <a:t>26/10/01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23/60</a:t>
                      </a:r>
                    </a:p>
                    <a:p>
                      <a:pPr lvl="0">
                        <a:buNone/>
                      </a:pPr>
                      <a:r>
                        <a:rPr lang="zh-CN" altLang="en-US"/>
                        <a:t>中一 至 中五學生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417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20260930a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xx學會活動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CN" sz="1800" b="0" i="0" u="none" strike="noStrike" noProof="0">
                          <a:solidFill>
                            <a:srgbClr val="000000"/>
                          </a:solidFill>
                          <a:latin typeface="等线"/>
                          <a:ea typeface="等线"/>
                        </a:rPr>
                        <a:t>26/09/29 -</a:t>
                      </a:r>
                      <a:endParaRPr lang="en-US" altLang="zh-CN" sz="1800" b="0" i="0" u="none" strike="noStrike" noProof="0">
                        <a:solidFill>
                          <a:srgbClr val="000000"/>
                        </a:solidFill>
                        <a:latin typeface="等线"/>
                        <a:ea typeface="等线"/>
                      </a:endParaRPr>
                    </a:p>
                    <a:p>
                      <a:pPr lvl="0">
                        <a:buNone/>
                      </a:pPr>
                      <a:r>
                        <a:rPr lang="zh-CN" sz="1800" b="0" i="0" u="none" strike="noStrike" noProof="0">
                          <a:solidFill>
                            <a:srgbClr val="000000"/>
                          </a:solidFill>
                          <a:latin typeface="等线"/>
                          <a:ea typeface="等线"/>
                        </a:rPr>
                        <a:t>26/10/01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28/30</a:t>
                      </a:r>
                    </a:p>
                    <a:p>
                      <a:pPr lvl="0">
                        <a:buNone/>
                      </a:pPr>
                      <a:r>
                        <a:rPr lang="zh-CN" altLang="en-US"/>
                        <a:t>xx學會學生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111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20261001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國慶假期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CN" sz="1800" b="0" i="0" u="none" strike="noStrike" noProof="0">
                          <a:solidFill>
                            <a:srgbClr val="000000"/>
                          </a:solidFill>
                          <a:latin typeface="等线"/>
                          <a:ea typeface="等线"/>
                        </a:rPr>
                        <a:t>26/09/29 -</a:t>
                      </a:r>
                      <a:endParaRPr lang="en-US" altLang="zh-CN" sz="1800" b="0" i="0" u="none" strike="noStrike" noProof="0">
                        <a:solidFill>
                          <a:srgbClr val="000000"/>
                        </a:solidFill>
                        <a:latin typeface="等线"/>
                        <a:ea typeface="等线"/>
                      </a:endParaRPr>
                    </a:p>
                    <a:p>
                      <a:pPr lvl="0">
                        <a:buNone/>
                      </a:pPr>
                      <a:r>
                        <a:rPr lang="zh-CN" sz="1800" b="0" i="0" u="none" strike="noStrike" noProof="0">
                          <a:solidFill>
                            <a:srgbClr val="000000"/>
                          </a:solidFill>
                          <a:latin typeface="等线"/>
                          <a:ea typeface="等线"/>
                        </a:rPr>
                        <a:t>26/10/01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全體學生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1144898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3E87DE95-EC43-7AA2-5143-E8F220B130BC}"/>
              </a:ext>
            </a:extLst>
          </p:cNvPr>
          <p:cNvSpPr/>
          <p:nvPr/>
        </p:nvSpPr>
        <p:spPr>
          <a:xfrm>
            <a:off x="3115433" y="1503770"/>
            <a:ext cx="2036495" cy="43831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ea typeface="等线"/>
              </a:rPr>
              <a:t>學生 / 老師 / 管理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8131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5A11712-EAED-285C-0744-0D155FB0AD9A}"/>
              </a:ext>
            </a:extLst>
          </p:cNvPr>
          <p:cNvSpPr txBox="1"/>
          <p:nvPr/>
        </p:nvSpPr>
        <p:spPr>
          <a:xfrm>
            <a:off x="5727399" y="129321"/>
            <a:ext cx="6955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>
                <a:ea typeface="等线"/>
              </a:rPr>
              <a:t>主頁</a:t>
            </a:r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BDDD9C8-692B-92A9-C946-79F5606BC3E3}"/>
              </a:ext>
            </a:extLst>
          </p:cNvPr>
          <p:cNvSpPr/>
          <p:nvPr/>
        </p:nvSpPr>
        <p:spPr>
          <a:xfrm>
            <a:off x="2000712" y="1335294"/>
            <a:ext cx="8274106" cy="55225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8FEEF2D-3CB8-4730-ACA7-B0F9C02326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651541"/>
              </p:ext>
            </p:extLst>
          </p:nvPr>
        </p:nvGraphicFramePr>
        <p:xfrm>
          <a:off x="2433484" y="3287661"/>
          <a:ext cx="7325664" cy="33988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5708">
                  <a:extLst>
                    <a:ext uri="{9D8B030D-6E8A-4147-A177-3AD203B41FA5}">
                      <a16:colId xmlns:a16="http://schemas.microsoft.com/office/drawing/2014/main" val="3838050255"/>
                    </a:ext>
                  </a:extLst>
                </a:gridCol>
                <a:gridCol w="915708">
                  <a:extLst>
                    <a:ext uri="{9D8B030D-6E8A-4147-A177-3AD203B41FA5}">
                      <a16:colId xmlns:a16="http://schemas.microsoft.com/office/drawing/2014/main" val="3911193995"/>
                    </a:ext>
                  </a:extLst>
                </a:gridCol>
                <a:gridCol w="915708">
                  <a:extLst>
                    <a:ext uri="{9D8B030D-6E8A-4147-A177-3AD203B41FA5}">
                      <a16:colId xmlns:a16="http://schemas.microsoft.com/office/drawing/2014/main" val="2369756271"/>
                    </a:ext>
                  </a:extLst>
                </a:gridCol>
                <a:gridCol w="915708">
                  <a:extLst>
                    <a:ext uri="{9D8B030D-6E8A-4147-A177-3AD203B41FA5}">
                      <a16:colId xmlns:a16="http://schemas.microsoft.com/office/drawing/2014/main" val="188732507"/>
                    </a:ext>
                  </a:extLst>
                </a:gridCol>
                <a:gridCol w="915708">
                  <a:extLst>
                    <a:ext uri="{9D8B030D-6E8A-4147-A177-3AD203B41FA5}">
                      <a16:colId xmlns:a16="http://schemas.microsoft.com/office/drawing/2014/main" val="3725573408"/>
                    </a:ext>
                  </a:extLst>
                </a:gridCol>
                <a:gridCol w="915708">
                  <a:extLst>
                    <a:ext uri="{9D8B030D-6E8A-4147-A177-3AD203B41FA5}">
                      <a16:colId xmlns:a16="http://schemas.microsoft.com/office/drawing/2014/main" val="3096921540"/>
                    </a:ext>
                  </a:extLst>
                </a:gridCol>
                <a:gridCol w="915708">
                  <a:extLst>
                    <a:ext uri="{9D8B030D-6E8A-4147-A177-3AD203B41FA5}">
                      <a16:colId xmlns:a16="http://schemas.microsoft.com/office/drawing/2014/main" val="1935814781"/>
                    </a:ext>
                  </a:extLst>
                </a:gridCol>
                <a:gridCol w="915708">
                  <a:extLst>
                    <a:ext uri="{9D8B030D-6E8A-4147-A177-3AD203B41FA5}">
                      <a16:colId xmlns:a16="http://schemas.microsoft.com/office/drawing/2014/main" val="957550145"/>
                    </a:ext>
                  </a:extLst>
                </a:gridCol>
              </a:tblGrid>
              <a:tr h="48555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</a:rPr>
                        <a:t>26/10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CN" sz="1800" b="1" i="0" u="none" strike="noStrike" noProof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</a:rPr>
                        <a:t>Sun</a:t>
                      </a:r>
                      <a:endParaRPr lang="zh-CN" b="1">
                        <a:solidFill>
                          <a:schemeClr val="tx1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</a:rPr>
                        <a:t>Mon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</a:rPr>
                        <a:t>Tue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</a:rPr>
                        <a:t>Wed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zh-CN" altLang="en-US" sz="1800" b="1" kern="120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+mn-cs"/>
                        </a:rPr>
                        <a:t>Thu</a:t>
                      </a:r>
                    </a:p>
                  </a:txBody>
                  <a:tcPr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</a:rPr>
                        <a:t>Fri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</a:rPr>
                        <a:t>Sat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8123430"/>
                  </a:ext>
                </a:extLst>
              </a:tr>
              <a:tr h="48555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</a:rPr>
                        <a:t>A</a:t>
                      </a:r>
                    </a:p>
                  </a:txBody>
                  <a:tcPr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Microsoft YaHei"/>
                          <a:ea typeface="Microsoft YaHei"/>
                        </a:rPr>
                        <a:t>27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Microsoft YaHei"/>
                          <a:ea typeface="Microsoft YaHei"/>
                        </a:rPr>
                        <a:t>28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Microsoft YaHei"/>
                          <a:ea typeface="Microsoft YaHei"/>
                        </a:rPr>
                        <a:t>29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Microsoft YaHei"/>
                          <a:ea typeface="Microsoft YaHei"/>
                        </a:rPr>
                        <a:t>30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0" kern="120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+mn-cs"/>
                        </a:rPr>
                        <a:t>1*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Microsoft YaHei"/>
                        <a:ea typeface="Microsoft YaHei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524668"/>
                  </a:ext>
                </a:extLst>
              </a:tr>
              <a:tr h="48555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</a:rPr>
                        <a:t>B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</a:rPr>
                        <a:t>4*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</a:rPr>
                        <a:t>5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</a:rPr>
                        <a:t>6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</a:rPr>
                        <a:t>7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</a:rPr>
                        <a:t>8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</a:rPr>
                        <a:t>9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</a:rPr>
                        <a:t>10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8279621"/>
                  </a:ext>
                </a:extLst>
              </a:tr>
              <a:tr h="48555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</a:rPr>
                        <a:t>A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</a:rPr>
                        <a:t>11*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</a:rPr>
                        <a:t>12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</a:rPr>
                        <a:t>13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</a:rPr>
                        <a:t>14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</a:rPr>
                        <a:t>15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</a:rPr>
                        <a:t>16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</a:rPr>
                        <a:t>17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249352"/>
                  </a:ext>
                </a:extLst>
              </a:tr>
              <a:tr h="48555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</a:rPr>
                        <a:t>B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</a:rPr>
                        <a:t>18*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</a:rPr>
                        <a:t>19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</a:rPr>
                        <a:t>20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</a:rPr>
                        <a:t>21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</a:rPr>
                        <a:t>22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</a:rPr>
                        <a:t>23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</a:rPr>
                        <a:t>24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1446812"/>
                  </a:ext>
                </a:extLst>
              </a:tr>
              <a:tr h="48555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</a:rPr>
                        <a:t>A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</a:rPr>
                        <a:t>25*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</a:rPr>
                        <a:t>26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</a:rPr>
                        <a:t>27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</a:rPr>
                        <a:t>28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</a:rPr>
                        <a:t>29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</a:rPr>
                        <a:t>30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</a:rPr>
                        <a:t>31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329691"/>
                  </a:ext>
                </a:extLst>
              </a:tr>
              <a:tr h="48555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</a:rPr>
                        <a:t>B</a:t>
                      </a:r>
                    </a:p>
                  </a:txBody>
                  <a:tcPr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4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5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6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7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039876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40918CF7-FE05-B1C8-B9CA-AB8EDE7E32F0}"/>
              </a:ext>
            </a:extLst>
          </p:cNvPr>
          <p:cNvSpPr txBox="1"/>
          <p:nvPr/>
        </p:nvSpPr>
        <p:spPr>
          <a:xfrm>
            <a:off x="195557" y="131714"/>
            <a:ext cx="180852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>
                <a:ea typeface="等线"/>
              </a:rPr>
              <a:t>老師 學生 管理 ui 主頁</a:t>
            </a:r>
          </a:p>
          <a:p>
            <a:endParaRPr lang="zh-CN" altLang="en-US" dirty="0">
              <a:ea typeface="等线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F1B2020-570C-7250-0AE7-EFFCBD917623}"/>
              </a:ext>
            </a:extLst>
          </p:cNvPr>
          <p:cNvSpPr/>
          <p:nvPr/>
        </p:nvSpPr>
        <p:spPr>
          <a:xfrm>
            <a:off x="2002016" y="2227702"/>
            <a:ext cx="8275085" cy="72153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ea typeface="等线"/>
              </a:rPr>
              <a:t>主頁  已參加  未參加  報道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DB9D942-6E8F-B98A-794F-18E2F67E1B23}"/>
              </a:ext>
            </a:extLst>
          </p:cNvPr>
          <p:cNvSpPr/>
          <p:nvPr/>
        </p:nvSpPr>
        <p:spPr>
          <a:xfrm>
            <a:off x="2198335" y="1503770"/>
            <a:ext cx="795717" cy="4383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ea typeface="等线"/>
              </a:rPr>
              <a:t>首頁</a:t>
            </a:r>
            <a:endParaRPr lang="zh-CN" altLang="en-US" dirty="0">
              <a:ea typeface="等线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25D0D09-9338-81B2-7527-2E181DE38384}"/>
              </a:ext>
            </a:extLst>
          </p:cNvPr>
          <p:cNvSpPr/>
          <p:nvPr/>
        </p:nvSpPr>
        <p:spPr>
          <a:xfrm>
            <a:off x="5489097" y="1490283"/>
            <a:ext cx="1402619" cy="6271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altLang="en-US">
                <a:ea typeface="等线"/>
              </a:rPr>
              <a:t>主頁</a:t>
            </a:r>
            <a:endParaRPr lang="zh-CN" altLang="en-US" dirty="0">
              <a:ea typeface="等线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8771DF1-D23A-4855-43B7-31CF47800C52}"/>
              </a:ext>
            </a:extLst>
          </p:cNvPr>
          <p:cNvSpPr/>
          <p:nvPr/>
        </p:nvSpPr>
        <p:spPr>
          <a:xfrm>
            <a:off x="8118301" y="1601766"/>
            <a:ext cx="876637" cy="40460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ea typeface="等线"/>
              </a:rPr>
              <a:t>设置</a:t>
            </a:r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487C711-4B7C-FE71-43F1-10FDDA2256FC}"/>
              </a:ext>
            </a:extLst>
          </p:cNvPr>
          <p:cNvSpPr/>
          <p:nvPr/>
        </p:nvSpPr>
        <p:spPr>
          <a:xfrm>
            <a:off x="9281042" y="1333663"/>
            <a:ext cx="957556" cy="79571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ea typeface="等线"/>
              </a:rPr>
              <a:t>user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806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DD1AB7-7C28-8396-620D-B61251EF7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3746275-9A01-1A44-DABE-87C6A6CB0755}"/>
              </a:ext>
            </a:extLst>
          </p:cNvPr>
          <p:cNvSpPr txBox="1"/>
          <p:nvPr/>
        </p:nvSpPr>
        <p:spPr>
          <a:xfrm>
            <a:off x="5727399" y="129321"/>
            <a:ext cx="6955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>
                <a:ea typeface="等线"/>
              </a:rPr>
              <a:t>主頁</a:t>
            </a:r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0C64345-A0D8-B63D-D388-7BA392778E7A}"/>
              </a:ext>
            </a:extLst>
          </p:cNvPr>
          <p:cNvSpPr/>
          <p:nvPr/>
        </p:nvSpPr>
        <p:spPr>
          <a:xfrm>
            <a:off x="2000712" y="1335294"/>
            <a:ext cx="8274106" cy="55225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4F8F3CF-146A-9F98-3904-C360E9BD696A}"/>
              </a:ext>
            </a:extLst>
          </p:cNvPr>
          <p:cNvSpPr txBox="1"/>
          <p:nvPr/>
        </p:nvSpPr>
        <p:spPr>
          <a:xfrm>
            <a:off x="195557" y="131714"/>
            <a:ext cx="180852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>
                <a:ea typeface="等线"/>
              </a:rPr>
              <a:t>老師  </a:t>
            </a:r>
          </a:p>
          <a:p>
            <a:endParaRPr lang="zh-CN" altLang="en-US" dirty="0">
              <a:ea typeface="等线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2D5217A-20C6-898B-9BC8-16E6FCF1C468}"/>
              </a:ext>
            </a:extLst>
          </p:cNvPr>
          <p:cNvSpPr/>
          <p:nvPr/>
        </p:nvSpPr>
        <p:spPr>
          <a:xfrm>
            <a:off x="2198335" y="1503770"/>
            <a:ext cx="795717" cy="4383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ea typeface="等线"/>
              </a:rPr>
              <a:t>首頁</a:t>
            </a:r>
            <a:endParaRPr lang="zh-CN" altLang="en-US" dirty="0">
              <a:ea typeface="等线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A4D6847-5924-BC3A-B029-52A2B143AFF6}"/>
              </a:ext>
            </a:extLst>
          </p:cNvPr>
          <p:cNvSpPr/>
          <p:nvPr/>
        </p:nvSpPr>
        <p:spPr>
          <a:xfrm>
            <a:off x="5489097" y="1490283"/>
            <a:ext cx="1402619" cy="6271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altLang="en-US">
                <a:ea typeface="等线"/>
              </a:rPr>
              <a:t>添加</a:t>
            </a:r>
            <a:endParaRPr lang="zh-CN" altLang="en-US" dirty="0">
              <a:ea typeface="等线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810BB83-690A-C060-8D1E-FF9946B08242}"/>
              </a:ext>
            </a:extLst>
          </p:cNvPr>
          <p:cNvSpPr/>
          <p:nvPr/>
        </p:nvSpPr>
        <p:spPr>
          <a:xfrm>
            <a:off x="8118301" y="1601766"/>
            <a:ext cx="876637" cy="40460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ea typeface="等线"/>
              </a:rPr>
              <a:t>设置</a:t>
            </a:r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53F1FEDF-851D-910E-2FC8-DE3D4D5B9BEC}"/>
              </a:ext>
            </a:extLst>
          </p:cNvPr>
          <p:cNvSpPr/>
          <p:nvPr/>
        </p:nvSpPr>
        <p:spPr>
          <a:xfrm>
            <a:off x="9281042" y="1333663"/>
            <a:ext cx="957556" cy="79571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ea typeface="等线"/>
              </a:rPr>
              <a:t>user</a:t>
            </a: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13393BE-5636-2C1A-D432-5FFD6DE542E4}"/>
              </a:ext>
            </a:extLst>
          </p:cNvPr>
          <p:cNvSpPr/>
          <p:nvPr/>
        </p:nvSpPr>
        <p:spPr>
          <a:xfrm>
            <a:off x="2002016" y="2264573"/>
            <a:ext cx="8213634" cy="72153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altLang="en-US">
                <a:ea typeface="等线"/>
              </a:rPr>
              <a:t>主頁  添加  負責  報道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657634BB-818B-8D44-A7BD-368CD3C248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438189"/>
              </p:ext>
            </p:extLst>
          </p:nvPr>
        </p:nvGraphicFramePr>
        <p:xfrm>
          <a:off x="2042406" y="3751941"/>
          <a:ext cx="8168637" cy="29667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9291">
                  <a:extLst>
                    <a:ext uri="{9D8B030D-6E8A-4147-A177-3AD203B41FA5}">
                      <a16:colId xmlns:a16="http://schemas.microsoft.com/office/drawing/2014/main" val="314189605"/>
                    </a:ext>
                  </a:extLst>
                </a:gridCol>
                <a:gridCol w="6179346">
                  <a:extLst>
                    <a:ext uri="{9D8B030D-6E8A-4147-A177-3AD203B41FA5}">
                      <a16:colId xmlns:a16="http://schemas.microsoft.com/office/drawing/2014/main" val="3081345632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填寫信息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CN" altLang="en-US"/>
                        <a:t>時間格式為 yyyy/mm/dd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302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活動名稱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69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報名&amp;截至日期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1" i="0" u="none" strike="noStrike" noProof="0" dirty="0" err="1">
                          <a:solidFill>
                            <a:srgbClr val="FFFFFF"/>
                          </a:solidFill>
                          <a:latin typeface="等线"/>
                          <a:ea typeface="等线"/>
                        </a:rPr>
                        <a:t>Yy</a:t>
                      </a:r>
                      <a:r>
                        <a:rPr lang="zh-CN" sz="1800" b="1" i="0" u="none" strike="noStrike" noProof="0">
                          <a:solidFill>
                            <a:srgbClr val="FFFFFF"/>
                          </a:solidFill>
                          <a:latin typeface="等线"/>
                          <a:ea typeface="等线"/>
                        </a:rPr>
                        <a:t>yy/mm/dd </a:t>
                      </a:r>
                      <a:r>
                        <a:rPr lang="en-US" altLang="zh-CN" sz="1800" b="1" i="0" u="none" strike="noStrike" noProof="0" dirty="0">
                          <a:solidFill>
                            <a:srgbClr val="FFFFFF"/>
                          </a:solidFill>
                          <a:latin typeface="等线"/>
                          <a:ea typeface="等线"/>
                        </a:rPr>
                        <a:t>^</a:t>
                      </a:r>
                      <a:r>
                        <a:rPr lang="zh-CN" sz="1800" b="1" i="0" u="none" strike="noStrike" noProof="0">
                          <a:solidFill>
                            <a:srgbClr val="FFFFFF"/>
                          </a:solidFill>
                          <a:latin typeface="等线"/>
                          <a:ea typeface="等线"/>
                        </a:rPr>
                        <a:t> </a:t>
                      </a:r>
                      <a:r>
                        <a:rPr lang="zh-CN" altLang="en-US"/>
                        <a:t>- </a:t>
                      </a:r>
                      <a:r>
                        <a:rPr lang="zh-CN" sz="1800" b="1" i="0" u="none" strike="noStrike" noProof="0">
                          <a:solidFill>
                            <a:srgbClr val="FFFFFF"/>
                          </a:solidFill>
                          <a:latin typeface="等线"/>
                          <a:ea typeface="等线"/>
                        </a:rPr>
                        <a:t>yyyy/mm/dd</a:t>
                      </a:r>
                      <a:r>
                        <a:rPr lang="zh-CN" altLang="en-US" sz="1800" b="1" i="0" u="none" strike="noStrike" noProof="0">
                          <a:solidFill>
                            <a:srgbClr val="FFFFFF"/>
                          </a:solidFill>
                          <a:latin typeface="等线"/>
                          <a:ea typeface="等线"/>
                        </a:rPr>
                        <a:t> ^</a:t>
                      </a:r>
                      <a:endParaRPr lang="zh-CN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6786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開始時間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800" b="1" i="0" u="none" strike="noStrike" noProof="0">
                          <a:solidFill>
                            <a:srgbClr val="FFFFFF"/>
                          </a:solidFill>
                          <a:latin typeface="等线"/>
                          <a:ea typeface="等线"/>
                        </a:rPr>
                        <a:t>yyy</a:t>
                      </a:r>
                      <a:r>
                        <a:rPr lang="en-US" altLang="zh-CN" sz="1800" b="1" i="0" u="none" strike="noStrike" noProof="0" dirty="0">
                          <a:solidFill>
                            <a:srgbClr val="FFFFFF"/>
                          </a:solidFill>
                          <a:latin typeface="等线"/>
                          <a:ea typeface="等线"/>
                        </a:rPr>
                        <a:t>y</a:t>
                      </a:r>
                      <a:r>
                        <a:rPr lang="zh-CN" sz="1800" b="1" i="0" u="none" strike="noStrike" noProof="0">
                          <a:solidFill>
                            <a:srgbClr val="FFFFFF"/>
                          </a:solidFill>
                          <a:latin typeface="等线"/>
                          <a:ea typeface="等线"/>
                        </a:rPr>
                        <a:t>/mm/dd</a:t>
                      </a:r>
                      <a:r>
                        <a:rPr lang="en-US" altLang="zh-CN" sz="1800" b="1" i="0" u="none" strike="noStrike" noProof="0" dirty="0">
                          <a:solidFill>
                            <a:srgbClr val="FFFFFF"/>
                          </a:solidFill>
                          <a:latin typeface="等线"/>
                          <a:ea typeface="等线"/>
                        </a:rPr>
                        <a:t>/</a:t>
                      </a:r>
                      <a:r>
                        <a:rPr lang="en-US" altLang="zh-CN" sz="1800" b="1" i="0" u="none" strike="noStrike" noProof="0" dirty="0" err="1">
                          <a:solidFill>
                            <a:srgbClr val="FFFFFF"/>
                          </a:solidFill>
                          <a:latin typeface="等线"/>
                          <a:ea typeface="等线"/>
                        </a:rPr>
                        <a:t>hh</a:t>
                      </a:r>
                      <a:r>
                        <a:rPr lang="en-US" altLang="zh-CN" sz="1800" b="1" i="0" u="none" strike="noStrike" noProof="0" dirty="0">
                          <a:solidFill>
                            <a:srgbClr val="FFFFFF"/>
                          </a:solidFill>
                          <a:latin typeface="等线"/>
                          <a:ea typeface="等线"/>
                        </a:rPr>
                        <a:t>/mm ^</a:t>
                      </a:r>
                      <a:r>
                        <a:rPr lang="zh-CN" altLang="en-US"/>
                        <a:t>- </a:t>
                      </a:r>
                      <a:r>
                        <a:rPr lang="zh-CN" sz="1800" b="1" i="0" u="none" strike="noStrike" noProof="0">
                          <a:solidFill>
                            <a:srgbClr val="FFFFFF"/>
                          </a:solidFill>
                          <a:latin typeface="等线"/>
                          <a:ea typeface="等线"/>
                        </a:rPr>
                        <a:t>yyyy/mm/dd</a:t>
                      </a:r>
                      <a:r>
                        <a:rPr lang="en-US" altLang="zh-CN" sz="1800" b="1" i="0" u="none" strike="noStrike" noProof="0" dirty="0">
                          <a:solidFill>
                            <a:srgbClr val="FFFFFF"/>
                          </a:solidFill>
                          <a:latin typeface="等线"/>
                          <a:ea typeface="等线"/>
                        </a:rPr>
                        <a:t>/</a:t>
                      </a:r>
                      <a:r>
                        <a:rPr lang="en-US" altLang="zh-CN" sz="1800" b="1" i="0" u="none" strike="noStrike" noProof="0" dirty="0" err="1">
                          <a:solidFill>
                            <a:srgbClr val="FFFFFF"/>
                          </a:solidFill>
                          <a:latin typeface="等线"/>
                          <a:ea typeface="等线"/>
                        </a:rPr>
                        <a:t>hh</a:t>
                      </a:r>
                      <a:r>
                        <a:rPr lang="en-US" altLang="zh-CN" sz="1800" b="1" i="0" u="none" strike="noStrike" noProof="0" dirty="0">
                          <a:solidFill>
                            <a:srgbClr val="FFFFFF"/>
                          </a:solidFill>
                          <a:latin typeface="等线"/>
                          <a:ea typeface="等线"/>
                        </a:rPr>
                        <a:t>/mm ^</a:t>
                      </a:r>
                      <a:endParaRPr lang="zh-CN" sz="1800" b="0" i="0" u="none" strike="noStrike" noProof="0" dirty="0">
                        <a:solidFill>
                          <a:srgbClr val="000000"/>
                        </a:solidFill>
                        <a:latin typeface="等线"/>
                        <a:ea typeface="等线"/>
                      </a:endParaRP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559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活動地點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33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名額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231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限制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（班級/年級/學會/職位/上傳名單）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464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簡介/補充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386344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4E7BBB26-501A-9F10-38CD-AD672CC2853B}"/>
              </a:ext>
            </a:extLst>
          </p:cNvPr>
          <p:cNvSpPr txBox="1"/>
          <p:nvPr/>
        </p:nvSpPr>
        <p:spPr>
          <a:xfrm>
            <a:off x="10450091" y="2037584"/>
            <a:ext cx="15354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>
                <a:ea typeface="等线"/>
              </a:rPr>
              <a:t>^點開會是：</a:t>
            </a:r>
            <a:endParaRPr lang="zh-CN" altLang="en-US" dirty="0">
              <a:ea typeface="等线"/>
            </a:endParaRPr>
          </a:p>
        </p:txBody>
      </p:sp>
      <p:pic>
        <p:nvPicPr>
          <p:cNvPr id="12" name="图片 11" descr="日历&#10;&#10;AI 生成的内容可能不正确。">
            <a:extLst>
              <a:ext uri="{FF2B5EF4-FFF2-40B4-BE49-F238E27FC236}">
                <a16:creationId xmlns:a16="http://schemas.microsoft.com/office/drawing/2014/main" id="{371EEC87-C06E-135D-F81B-6D838DCFF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111" y="2403834"/>
            <a:ext cx="1174955" cy="1257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948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708748-7D01-F1AA-4767-C9A8AA927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67EE361-5A1B-BB4A-8EDF-61E37406B7AA}"/>
              </a:ext>
            </a:extLst>
          </p:cNvPr>
          <p:cNvSpPr txBox="1"/>
          <p:nvPr/>
        </p:nvSpPr>
        <p:spPr>
          <a:xfrm>
            <a:off x="5727399" y="129321"/>
            <a:ext cx="6955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>
                <a:ea typeface="等线"/>
              </a:rPr>
              <a:t>主頁</a:t>
            </a:r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9A400CF-5733-B6E5-3FC6-DBD568CA91FA}"/>
              </a:ext>
            </a:extLst>
          </p:cNvPr>
          <p:cNvSpPr/>
          <p:nvPr/>
        </p:nvSpPr>
        <p:spPr>
          <a:xfrm>
            <a:off x="2000712" y="1335294"/>
            <a:ext cx="8274106" cy="55225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882C7A1-DB54-0992-F83A-B0087199E81B}"/>
              </a:ext>
            </a:extLst>
          </p:cNvPr>
          <p:cNvSpPr txBox="1"/>
          <p:nvPr/>
        </p:nvSpPr>
        <p:spPr>
          <a:xfrm>
            <a:off x="195557" y="131714"/>
            <a:ext cx="180852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>
                <a:ea typeface="等线"/>
              </a:rPr>
              <a:t>學生</a:t>
            </a:r>
            <a:endParaRPr lang="zh-CN" altLang="en-US" dirty="0">
              <a:ea typeface="等线"/>
            </a:endParaRPr>
          </a:p>
          <a:p>
            <a:endParaRPr lang="zh-CN" altLang="en-US" dirty="0">
              <a:ea typeface="等线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8F42C53-5ADF-6156-9777-47BFA6B99431}"/>
              </a:ext>
            </a:extLst>
          </p:cNvPr>
          <p:cNvSpPr/>
          <p:nvPr/>
        </p:nvSpPr>
        <p:spPr>
          <a:xfrm>
            <a:off x="2198335" y="1503770"/>
            <a:ext cx="795717" cy="4383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ea typeface="等线"/>
              </a:rPr>
              <a:t>首頁</a:t>
            </a:r>
            <a:endParaRPr lang="zh-CN" altLang="en-US" dirty="0">
              <a:ea typeface="等线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7F64834-824A-CB91-682B-70E3B8C3878D}"/>
              </a:ext>
            </a:extLst>
          </p:cNvPr>
          <p:cNvSpPr/>
          <p:nvPr/>
        </p:nvSpPr>
        <p:spPr>
          <a:xfrm>
            <a:off x="5489097" y="1490283"/>
            <a:ext cx="1402619" cy="6271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altLang="en-US">
                <a:ea typeface="等线"/>
              </a:rPr>
              <a:t>添加</a:t>
            </a:r>
            <a:endParaRPr lang="zh-CN" altLang="en-US" dirty="0">
              <a:ea typeface="等线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EF2EAE9-1512-3022-8EA6-5366E70B6D31}"/>
              </a:ext>
            </a:extLst>
          </p:cNvPr>
          <p:cNvSpPr/>
          <p:nvPr/>
        </p:nvSpPr>
        <p:spPr>
          <a:xfrm>
            <a:off x="8118301" y="1601766"/>
            <a:ext cx="876637" cy="40460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ea typeface="等线"/>
              </a:rPr>
              <a:t>设置</a:t>
            </a:r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4CB5F81D-FE5D-CA39-9BC7-BAF36DEBCAA1}"/>
              </a:ext>
            </a:extLst>
          </p:cNvPr>
          <p:cNvSpPr/>
          <p:nvPr/>
        </p:nvSpPr>
        <p:spPr>
          <a:xfrm>
            <a:off x="9281042" y="1333663"/>
            <a:ext cx="957556" cy="79571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ea typeface="等线"/>
              </a:rPr>
              <a:t>user</a:t>
            </a: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FC9111D-3830-2F87-0F4E-732291316BF7}"/>
              </a:ext>
            </a:extLst>
          </p:cNvPr>
          <p:cNvSpPr/>
          <p:nvPr/>
        </p:nvSpPr>
        <p:spPr>
          <a:xfrm>
            <a:off x="2002016" y="2264573"/>
            <a:ext cx="8213634" cy="72153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altLang="en-US">
                <a:ea typeface="等线"/>
              </a:rPr>
              <a:t>主頁  添加  負責  報道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7B37674-EF74-5785-9736-4B412060CA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0459707"/>
              </p:ext>
            </p:extLst>
          </p:nvPr>
        </p:nvGraphicFramePr>
        <p:xfrm>
          <a:off x="4882194" y="3432371"/>
          <a:ext cx="2517624" cy="3045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8812">
                  <a:extLst>
                    <a:ext uri="{9D8B030D-6E8A-4147-A177-3AD203B41FA5}">
                      <a16:colId xmlns:a16="http://schemas.microsoft.com/office/drawing/2014/main" val="1216819520"/>
                    </a:ext>
                  </a:extLst>
                </a:gridCol>
                <a:gridCol w="1258812">
                  <a:extLst>
                    <a:ext uri="{9D8B030D-6E8A-4147-A177-3AD203B41FA5}">
                      <a16:colId xmlns:a16="http://schemas.microsoft.com/office/drawing/2014/main" val="1950365885"/>
                    </a:ext>
                  </a:extLst>
                </a:gridCol>
              </a:tblGrid>
              <a:tr h="76143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CN" altLang="en-US"/>
                        <a:t>活動時間</a:t>
                      </a:r>
                      <a:endParaRPr lang="zh-CN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未衝突/衝突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097984"/>
                  </a:ext>
                </a:extLst>
              </a:tr>
              <a:tr h="761433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名額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正式/候補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225326"/>
                  </a:ext>
                </a:extLst>
              </a:tr>
              <a:tr h="761433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資格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符合 / 未符合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8666651"/>
                  </a:ext>
                </a:extLst>
              </a:tr>
              <a:tr h="761433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是否參加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是/否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0879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9339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09A021-28AD-40CC-0C02-72D498BA1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C7D537D-A35E-79E9-400F-1C4B0F00ECB4}"/>
              </a:ext>
            </a:extLst>
          </p:cNvPr>
          <p:cNvSpPr txBox="1"/>
          <p:nvPr/>
        </p:nvSpPr>
        <p:spPr>
          <a:xfrm>
            <a:off x="4462331" y="339770"/>
            <a:ext cx="327112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3200">
                <a:latin typeface="Microsoft YaHei"/>
                <a:ea typeface="Microsoft YaHei"/>
              </a:rPr>
              <a:t>前後端 + 數據庫</a:t>
            </a:r>
            <a:endParaRPr lang="zh-CN" altLang="en-US" sz="3200" dirty="0">
              <a:latin typeface="Microsoft YaHei"/>
              <a:ea typeface="Microsoft YaHei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B431B37-2677-8CEE-A195-8586F819DAEF}"/>
              </a:ext>
            </a:extLst>
          </p:cNvPr>
          <p:cNvSpPr txBox="1"/>
          <p:nvPr/>
        </p:nvSpPr>
        <p:spPr>
          <a:xfrm>
            <a:off x="638234" y="1127368"/>
            <a:ext cx="7526419" cy="56938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zh-CN" altLang="en-US" sz="2800">
                <a:latin typeface="Microsoft YaHei"/>
                <a:ea typeface="Microsoft YaHei"/>
              </a:rPr>
              <a:t>數據庫 + 前端 + 後端</a:t>
            </a:r>
          </a:p>
          <a:p>
            <a:pPr marL="457200" indent="-457200">
              <a:buFont typeface="Arial"/>
              <a:buChar char="•"/>
            </a:pPr>
            <a:r>
              <a:rPr lang="zh-CN" altLang="en-US" sz="2800">
                <a:latin typeface="Microsoft YaHei"/>
                <a:ea typeface="Microsoft YaHei"/>
              </a:rPr>
              <a:t>後端實時更新數據(數據庫受到更改請求開始運作)</a:t>
            </a:r>
          </a:p>
          <a:p>
            <a:pPr marL="457200" indent="-457200">
              <a:buFont typeface="Arial"/>
              <a:buChar char="•"/>
            </a:pPr>
            <a:r>
              <a:rPr lang="zh-CN" altLang="en-US" sz="2800">
                <a:latin typeface="Microsoft YaHei"/>
                <a:ea typeface="Microsoft YaHei"/>
              </a:rPr>
              <a:t>前端 ：請求 驗證 錯誤 快取(圖片&amp;檔案) </a:t>
            </a:r>
          </a:p>
          <a:p>
            <a:pPr marL="457200" indent="-457200">
              <a:buFont typeface="Arial"/>
              <a:buChar char="•"/>
            </a:pPr>
            <a:endParaRPr lang="zh-CN" altLang="en-US" sz="2800" dirty="0">
              <a:latin typeface="Microsoft YaHei"/>
              <a:ea typeface="Microsoft YaHei"/>
            </a:endParaRPr>
          </a:p>
          <a:p>
            <a:pPr marL="457200" indent="-457200">
              <a:buFont typeface="Arial"/>
              <a:buChar char="•"/>
            </a:pPr>
            <a:r>
              <a:rPr lang="zh-CN" altLang="en-US" sz="2800">
                <a:latin typeface="Microsoft YaHei"/>
                <a:ea typeface="Microsoft YaHei"/>
              </a:rPr>
              <a:t>後端：處理請求 驗證身份 處理活動更改 添減資料庫 日志 監控 回傳私密文件/JSON文檔 </a:t>
            </a:r>
            <a:endParaRPr lang="zh-CN" sz="1200">
              <a:solidFill>
                <a:srgbClr val="F9FAFB"/>
              </a:solidFill>
              <a:highlight>
                <a:srgbClr val="151517"/>
              </a:highlight>
              <a:latin typeface="Aptos"/>
              <a:ea typeface="Microsoft YaHei"/>
            </a:endParaRPr>
          </a:p>
          <a:p>
            <a:pPr marL="457200" indent="-457200">
              <a:buFont typeface="Arial"/>
              <a:buChar char="•"/>
            </a:pPr>
            <a:endParaRPr lang="zh-CN" altLang="en-US" sz="2800" dirty="0">
              <a:latin typeface="Microsoft YaHei"/>
              <a:ea typeface="Microsoft YaHei"/>
            </a:endParaRPr>
          </a:p>
          <a:p>
            <a:pPr marL="457200" indent="-457200">
              <a:buFont typeface="Arial"/>
              <a:buChar char="•"/>
            </a:pPr>
            <a:r>
              <a:rPr lang="zh-CN" altLang="en-US" sz="2800">
                <a:latin typeface="Microsoft YaHei"/>
                <a:ea typeface="Microsoft YaHei"/>
              </a:rPr>
              <a:t>數據庫：保存 賬密/活動歸檔/活動調取</a:t>
            </a:r>
            <a:endParaRPr lang="zh-CN" altLang="en-US" sz="2800" dirty="0">
              <a:latin typeface="Microsoft YaHei"/>
              <a:ea typeface="Microsoft YaHei"/>
            </a:endParaRPr>
          </a:p>
          <a:p>
            <a:pPr marL="457200" indent="-457200">
              <a:buFont typeface="Arial"/>
              <a:buChar char="•"/>
            </a:pPr>
            <a:endParaRPr lang="zh-CN" altLang="en-US" sz="2800" dirty="0">
              <a:latin typeface="Microsoft YaHei"/>
              <a:ea typeface="Microsoft YaHei"/>
            </a:endParaRPr>
          </a:p>
          <a:p>
            <a:pPr marL="457200" indent="-457200">
              <a:buFont typeface="Arial"/>
              <a:buChar char="•"/>
            </a:pPr>
            <a:endParaRPr lang="zh-CN" altLang="en-US" sz="2800" dirty="0">
              <a:latin typeface="Microsoft YaHei"/>
              <a:ea typeface="Microsoft YaHei"/>
            </a:endParaRPr>
          </a:p>
          <a:p>
            <a:pPr marL="457200" indent="-457200">
              <a:buFont typeface="Arial"/>
              <a:buChar char="•"/>
            </a:pPr>
            <a:endParaRPr lang="zh-CN" altLang="en-US" sz="2800" dirty="0">
              <a:latin typeface="Microsoft YaHei"/>
              <a:ea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044062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44E080-8C54-E671-58DD-844DB615A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10359C2-C05D-CD18-8B38-9C3451575257}"/>
              </a:ext>
            </a:extLst>
          </p:cNvPr>
          <p:cNvSpPr txBox="1"/>
          <p:nvPr/>
        </p:nvSpPr>
        <p:spPr>
          <a:xfrm>
            <a:off x="4462331" y="339770"/>
            <a:ext cx="327112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3200">
                <a:latin typeface="Microsoft YaHei"/>
                <a:ea typeface="Microsoft YaHei"/>
              </a:rPr>
              <a:t>後端 + 數據庫</a:t>
            </a:r>
            <a:endParaRPr lang="zh-CN" altLang="en-US" sz="3200" dirty="0">
              <a:latin typeface="Microsoft YaHei"/>
              <a:ea typeface="Microsoft YaHei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BCFC377-71B4-2EE6-5D04-32B177BF6687}"/>
              </a:ext>
            </a:extLst>
          </p:cNvPr>
          <p:cNvSpPr txBox="1"/>
          <p:nvPr/>
        </p:nvSpPr>
        <p:spPr>
          <a:xfrm>
            <a:off x="638234" y="1127368"/>
            <a:ext cx="7526419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800">
                <a:latin typeface="Microsoft YaHei"/>
                <a:ea typeface="Microsoft YaHei"/>
              </a:rPr>
              <a:t>脚本</a:t>
            </a:r>
            <a:endParaRPr lang="zh-CN" altLang="en-US" sz="2800" dirty="0">
              <a:latin typeface="Microsoft YaHei"/>
              <a:ea typeface="Microsoft YaHei"/>
            </a:endParaRPr>
          </a:p>
          <a:p>
            <a:r>
              <a:rPr lang="zh-CN" altLang="en-US" sz="2800">
                <a:latin typeface="Microsoft YaHei"/>
                <a:ea typeface="Microsoft YaHei"/>
              </a:rPr>
              <a:t>匹配賬密 / 時間 / 格式 / 範圍 / 驗證 / 填入 / 移除 / </a:t>
            </a:r>
            <a:endParaRPr lang="zh-CN" altLang="en-US" sz="2800" dirty="0">
              <a:latin typeface="Microsoft YaHei"/>
              <a:ea typeface="Microsoft YaHei"/>
            </a:endParaRPr>
          </a:p>
          <a:p>
            <a:r>
              <a:rPr lang="zh-CN" altLang="en-US" sz="2800">
                <a:latin typeface="Microsoft YaHei"/>
                <a:ea typeface="Microsoft YaHei"/>
              </a:rPr>
              <a:t>調用函數獲取數據脚本</a:t>
            </a:r>
          </a:p>
          <a:p>
            <a:pPr marL="457200" indent="-457200">
              <a:buFont typeface="Arial"/>
              <a:buChar char="•"/>
            </a:pPr>
            <a:endParaRPr lang="zh-CN" altLang="en-US" sz="2800" dirty="0">
              <a:latin typeface="Microsoft YaHei"/>
              <a:ea typeface="Microsoft YaHei"/>
            </a:endParaRPr>
          </a:p>
          <a:p>
            <a:pPr marL="457200" indent="-457200">
              <a:buFont typeface="Arial"/>
              <a:buChar char="•"/>
            </a:pPr>
            <a:endParaRPr lang="zh-CN" altLang="en-US" sz="2800" dirty="0">
              <a:latin typeface="Microsoft YaHei"/>
              <a:ea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420183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5CCBC5-449B-B189-6A53-CBD27E26F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6C164D4-632B-8218-347F-D9A01646418A}"/>
              </a:ext>
            </a:extLst>
          </p:cNvPr>
          <p:cNvSpPr txBox="1"/>
          <p:nvPr/>
        </p:nvSpPr>
        <p:spPr>
          <a:xfrm>
            <a:off x="5325481" y="306053"/>
            <a:ext cx="1544822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sz="2800">
                <a:latin typeface="Microsoft YaHei"/>
                <a:ea typeface="Microsoft YaHei"/>
              </a:rPr>
              <a:t>安保</a:t>
            </a:r>
            <a:endParaRPr lang="zh-CN"/>
          </a:p>
          <a:p>
            <a:endParaRPr lang="zh-CN" altLang="en-US" sz="3200" dirty="0">
              <a:latin typeface="Microsoft YaHei"/>
              <a:ea typeface="Microsoft YaHei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6585361-E4EC-0C11-79BF-78B2B65901FB}"/>
              </a:ext>
            </a:extLst>
          </p:cNvPr>
          <p:cNvSpPr txBox="1"/>
          <p:nvPr/>
        </p:nvSpPr>
        <p:spPr>
          <a:xfrm>
            <a:off x="638234" y="1127368"/>
            <a:ext cx="7526419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>
                <a:ea typeface="等线"/>
              </a:rPr>
              <a:t>使用校園網作爲主網絡 在 公網ip取用學校的路由器ip 當然 有錢幹啥都行</a:t>
            </a:r>
          </a:p>
          <a:p>
            <a:r>
              <a:rPr lang="zh-CN" altLang="en-US">
                <a:ea typeface="等线"/>
              </a:rPr>
              <a:t>當然 我就用我的局域網作爲演示而已</a:t>
            </a:r>
            <a:endParaRPr lang="zh-CN" altLang="en-US" dirty="0">
              <a:ea typeface="等线"/>
            </a:endParaRPr>
          </a:p>
          <a:p>
            <a:endParaRPr lang="zh-CN" altLang="en-US" dirty="0">
              <a:ea typeface="等线"/>
            </a:endParaRPr>
          </a:p>
          <a:p>
            <a:r>
              <a:rPr lang="zh-CN" altLang="en-US">
                <a:ea typeface="等线"/>
              </a:rPr>
              <a:t>使用HTTPS 請求 也就是需要安全證書 避免明文傳輸數據 也保證了用戶與學校隱私 當然 加個反向代理在服務器更好 發送者甚至不知道服務器具體位置 當然 物理層面除外</a:t>
            </a:r>
            <a:endParaRPr lang="zh-CN" altLang="en-US" dirty="0">
              <a:ea typeface="等线"/>
            </a:endParaRPr>
          </a:p>
          <a:p>
            <a:endParaRPr lang="zh-CN" altLang="en-US" dirty="0">
              <a:ea typeface="等线"/>
            </a:endParaRPr>
          </a:p>
          <a:p>
            <a:r>
              <a:rPr lang="zh-CN" altLang="en-US">
                <a:ea typeface="等线"/>
              </a:rPr>
              <a:t>限制用戶最大權限 省的到處搞事 </a:t>
            </a:r>
          </a:p>
          <a:p>
            <a:endParaRPr lang="zh-CN" altLang="en-US" dirty="0">
              <a:ea typeface="等线"/>
            </a:endParaRPr>
          </a:p>
          <a:p>
            <a:r>
              <a:rPr lang="zh-CN" altLang="en-US">
                <a:ea typeface="等线"/>
              </a:rPr>
              <a:t>定期更新數據庫的活動信息 定期更新web的活動信息保持一致 當然 脚本就肯定會寫的了 動態網頁 能玩的可不少</a:t>
            </a:r>
            <a:endParaRPr lang="zh-CN" altLang="en-US" dirty="0">
              <a:ea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309129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CCBFAFE-AE6E-ECEE-B689-2C2BB8C08CD4}"/>
              </a:ext>
            </a:extLst>
          </p:cNvPr>
          <p:cNvSpPr txBox="1"/>
          <p:nvPr/>
        </p:nvSpPr>
        <p:spPr>
          <a:xfrm>
            <a:off x="3688619" y="451804"/>
            <a:ext cx="55362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>
                <a:ea typeface="等线"/>
              </a:rPr>
              <a:t>最後 我按照下方要求添加的功能 加點 私貨</a:t>
            </a:r>
            <a:endParaRPr lang="zh-CN" altLang="en-US" dirty="0">
              <a:ea typeface="等线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050D2A4-3C9F-650B-F2AC-EA7D5D09A470}"/>
              </a:ext>
            </a:extLst>
          </p:cNvPr>
          <p:cNvSpPr txBox="1"/>
          <p:nvPr/>
        </p:nvSpPr>
        <p:spPr>
          <a:xfrm>
            <a:off x="768743" y="1078937"/>
            <a:ext cx="3978583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l">
              <a:buAutoNum type="arabicPeriod"/>
            </a:pPr>
            <a:r>
              <a:rPr lang="zh-CN" altLang="en-US">
                <a:ea typeface="等线"/>
              </a:rPr>
              <a:t>活動分類</a:t>
            </a:r>
          </a:p>
          <a:p>
            <a:pPr marL="342900" indent="-342900">
              <a:buAutoNum type="arabicPeriod"/>
            </a:pPr>
            <a:r>
              <a:rPr lang="zh-CN" altLang="en-US">
                <a:ea typeface="等线"/>
              </a:rPr>
              <a:t>輸入報道 / 自行報道(web/app)</a:t>
            </a:r>
          </a:p>
          <a:p>
            <a:pPr marL="342900" indent="-342900">
              <a:buAutoNum type="arabicPeriod"/>
            </a:pPr>
            <a:r>
              <a:rPr lang="zh-CN" altLang="en-US">
                <a:ea typeface="等线"/>
              </a:rPr>
              <a:t>候補名單</a:t>
            </a:r>
          </a:p>
          <a:p>
            <a:pPr marL="342900" indent="-342900">
              <a:buAutoNum type="arabicPeriod"/>
            </a:pPr>
            <a:r>
              <a:rPr lang="zh-CN" altLang="en-US">
                <a:ea typeface="等线"/>
              </a:rPr>
              <a:t>活動提醒</a:t>
            </a:r>
          </a:p>
          <a:p>
            <a:pPr marL="342900" indent="-342900">
              <a:buAutoNum type="arabicPeriod"/>
            </a:pPr>
            <a:r>
              <a:rPr lang="zh-CN" altLang="en-US">
                <a:ea typeface="等线"/>
              </a:rPr>
              <a:t>活動日曆</a:t>
            </a:r>
          </a:p>
          <a:p>
            <a:pPr marL="342900" indent="-342900">
              <a:buAutoNum type="arabicPeriod"/>
            </a:pPr>
            <a:r>
              <a:rPr lang="zh-CN" altLang="en-US">
                <a:ea typeface="等线"/>
              </a:rPr>
              <a:t>管理user的 權限控制</a:t>
            </a:r>
          </a:p>
        </p:txBody>
      </p:sp>
    </p:spTree>
    <p:extLst>
      <p:ext uri="{BB962C8B-B14F-4D97-AF65-F5344CB8AC3E}">
        <p14:creationId xmlns:p14="http://schemas.microsoft.com/office/powerpoint/2010/main" val="42639285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8DC2ED-44BA-FFE9-57C3-760C6D5DD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9A1B97A-20D6-669B-DCAA-A839F3090D36}"/>
              </a:ext>
            </a:extLst>
          </p:cNvPr>
          <p:cNvSpPr txBox="1"/>
          <p:nvPr/>
        </p:nvSpPr>
        <p:spPr>
          <a:xfrm>
            <a:off x="5644194" y="323680"/>
            <a:ext cx="118008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>
                <a:ea typeface="等线"/>
              </a:rPr>
              <a:t>參考資料</a:t>
            </a:r>
            <a:endParaRPr lang="zh-CN" altLang="en-US" dirty="0">
              <a:ea typeface="等线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EA485B8-6433-1335-77AF-364D0F4A6190}"/>
              </a:ext>
            </a:extLst>
          </p:cNvPr>
          <p:cNvSpPr txBox="1"/>
          <p:nvPr/>
        </p:nvSpPr>
        <p:spPr>
          <a:xfrm>
            <a:off x="775486" y="863149"/>
            <a:ext cx="10040866" cy="57246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1200">
                <a:latin typeface="Microsoft YaHei"/>
                <a:ea typeface="Microsoft YaHei"/>
              </a:rPr>
              <a:t>E class 的家課冊設計</a:t>
            </a:r>
          </a:p>
          <a:p>
            <a:r>
              <a:rPr lang="zh-CN" altLang="en-US" sz="1200">
                <a:latin typeface="Microsoft YaHei"/>
                <a:ea typeface="Microsoft YaHei"/>
              </a:rPr>
              <a:t>學校web配色風格</a:t>
            </a:r>
            <a:br>
              <a:rPr lang="zh-CN" altLang="en-US" sz="1200" dirty="0">
                <a:latin typeface="Microsoft YaHei"/>
                <a:ea typeface="Microsoft YaHei"/>
              </a:rPr>
            </a:br>
            <a:endParaRPr lang="zh-CN" altLang="en-US" sz="1200">
              <a:latin typeface="Microsoft YaHei"/>
              <a:ea typeface="Microsoft YaHei"/>
            </a:endParaRPr>
          </a:p>
          <a:p>
            <a:r>
              <a:rPr lang="zh-CN" altLang="en-US" sz="1200">
                <a:latin typeface="Microsoft YaHei"/>
                <a:ea typeface="Microsoft YaHei"/>
              </a:rPr>
              <a:t>Deepseek web端 的資料收集 僅限於 硬件配置(因爲我這邊d的配置屬於是自己用的 所以沒什麽參考性 所以 按照AI的整理 和自己使用的 整理了一下 )</a:t>
            </a:r>
            <a:endParaRPr lang="zh-CN" sz="1200">
              <a:latin typeface="Microsoft YaHei"/>
              <a:ea typeface="Microsoft YaHei"/>
            </a:endParaRPr>
          </a:p>
          <a:p>
            <a:r>
              <a:rPr lang="zh-CN" altLang="en-US" sz="1200">
                <a:latin typeface="Microsoft YaHei"/>
                <a:ea typeface="Microsoft YaHei"/>
              </a:rPr>
              <a:t>提示詞：信息统一系统需要哪些配置？</a:t>
            </a:r>
          </a:p>
          <a:p>
            <a:endParaRPr lang="zh-CN" altLang="en-US" sz="1200" dirty="0">
              <a:latin typeface="Microsoft YaHei"/>
              <a:ea typeface="Microsoft YaHei"/>
            </a:endParaRPr>
          </a:p>
          <a:p>
            <a:r>
              <a:rPr lang="zh-CN" altLang="en-US" sz="1200">
                <a:latin typeface="Microsoft YaHei"/>
                <a:ea typeface="Microsoft YaHei"/>
              </a:rPr>
              <a:t>回復：</a:t>
            </a:r>
          </a:p>
          <a:p>
            <a:r>
              <a:rPr lang="zh-CN" altLang="en-US" sz="1200">
                <a:latin typeface="Microsoft YaHei"/>
                <a:ea typeface="Microsoft YaHei"/>
              </a:rPr>
              <a:t>硬件配置需要多少？</a:t>
            </a:r>
          </a:p>
          <a:p>
            <a:r>
              <a:rPr lang="zh-CN" altLang="en-US" sz="1200">
                <a:latin typeface="Microsoft YaHei"/>
                <a:ea typeface="Microsoft YaHei"/>
              </a:rPr>
              <a:t>硬件配置主要取决于你的用户规模和并发量。可以参考以下针对不同规模应用的配置建议：</a:t>
            </a:r>
          </a:p>
          <a:p>
            <a:r>
              <a:rPr lang="zh-CN" altLang="en-US" sz="1200">
                <a:latin typeface="Microsoft YaHei"/>
                <a:ea typeface="Microsoft YaHei"/>
              </a:rPr>
              <a:t>小型应用 </a:t>
            </a:r>
            <a:r>
              <a:rPr lang="en-US" altLang="zh-CN" sz="1200" dirty="0">
                <a:latin typeface="Microsoft YaHei"/>
                <a:ea typeface="Microsoft YaHei"/>
              </a:rPr>
              <a:t>/ </a:t>
            </a:r>
            <a:r>
              <a:rPr lang="zh-CN" altLang="en-US" sz="1200">
                <a:latin typeface="Microsoft YaHei"/>
                <a:ea typeface="Microsoft YaHei"/>
              </a:rPr>
              <a:t>开发测试环境</a:t>
            </a:r>
          </a:p>
          <a:p>
            <a:pPr marL="285750" indent="-285750">
              <a:buFont typeface="Arial"/>
              <a:buChar char="•"/>
            </a:pPr>
            <a:r>
              <a:rPr lang="zh-CN" altLang="en-US" sz="1200">
                <a:latin typeface="Microsoft YaHei"/>
                <a:ea typeface="Microsoft YaHei"/>
              </a:rPr>
              <a:t>用户数：</a:t>
            </a:r>
            <a:r>
              <a:rPr lang="en-US" altLang="zh-CN" sz="1200" dirty="0">
                <a:latin typeface="Microsoft YaHei"/>
                <a:ea typeface="Microsoft YaHei"/>
              </a:rPr>
              <a:t>&lt; 100</a:t>
            </a:r>
            <a:r>
              <a:rPr lang="zh-CN" altLang="en-US" sz="1200">
                <a:latin typeface="Microsoft YaHei"/>
                <a:ea typeface="Microsoft YaHei"/>
              </a:rPr>
              <a:t>，并发 </a:t>
            </a:r>
            <a:r>
              <a:rPr lang="en-US" altLang="zh-CN" sz="1200" dirty="0">
                <a:latin typeface="Microsoft YaHei"/>
                <a:ea typeface="Microsoft YaHei"/>
              </a:rPr>
              <a:t>&lt; 10</a:t>
            </a:r>
            <a:endParaRPr lang="zh-CN" altLang="en-US" sz="1200">
              <a:latin typeface="Microsoft YaHei"/>
              <a:ea typeface="Microsoft YaHei"/>
            </a:endParaRPr>
          </a:p>
          <a:p>
            <a:pPr marL="285750" indent="-285750">
              <a:buFont typeface="Arial"/>
              <a:buChar char="•"/>
            </a:pPr>
            <a:r>
              <a:rPr lang="en-US" altLang="zh-CN" sz="1200" dirty="0">
                <a:latin typeface="Microsoft YaHei"/>
                <a:ea typeface="Microsoft YaHei"/>
              </a:rPr>
              <a:t>CPU</a:t>
            </a:r>
            <a:r>
              <a:rPr lang="zh-CN" altLang="en-US" sz="1200">
                <a:latin typeface="Microsoft YaHei"/>
                <a:ea typeface="Microsoft YaHei"/>
              </a:rPr>
              <a:t>：</a:t>
            </a:r>
            <a:r>
              <a:rPr lang="en-US" altLang="zh-CN" sz="1200" dirty="0">
                <a:latin typeface="Microsoft YaHei"/>
                <a:ea typeface="Microsoft YaHei"/>
              </a:rPr>
              <a:t>4</a:t>
            </a:r>
            <a:r>
              <a:rPr lang="zh-CN" altLang="en-US" sz="1200">
                <a:latin typeface="Microsoft YaHei"/>
                <a:ea typeface="Microsoft YaHei"/>
              </a:rPr>
              <a:t>核 </a:t>
            </a:r>
            <a:r>
              <a:rPr lang="en-US" altLang="zh-CN" sz="1200" dirty="0">
                <a:latin typeface="Microsoft YaHei"/>
                <a:ea typeface="Microsoft YaHei"/>
              </a:rPr>
              <a:t>(</a:t>
            </a:r>
            <a:r>
              <a:rPr lang="zh-CN" altLang="en-US" sz="1200">
                <a:latin typeface="Microsoft YaHei"/>
                <a:ea typeface="Microsoft YaHei"/>
              </a:rPr>
              <a:t>如英特尔至强 </a:t>
            </a:r>
            <a:r>
              <a:rPr lang="en-US" altLang="zh-CN" sz="1200" dirty="0">
                <a:latin typeface="Microsoft YaHei"/>
                <a:ea typeface="Microsoft YaHei"/>
              </a:rPr>
              <a:t>E-2254)</a:t>
            </a:r>
            <a:endParaRPr lang="zh-CN" altLang="en-US" sz="1200">
              <a:latin typeface="Microsoft YaHei"/>
              <a:ea typeface="Microsoft YaHei"/>
            </a:endParaRPr>
          </a:p>
          <a:p>
            <a:pPr marL="285750" indent="-285750">
              <a:buFont typeface="Arial"/>
              <a:buChar char="•"/>
            </a:pPr>
            <a:r>
              <a:rPr lang="zh-CN" altLang="en-US" sz="1200">
                <a:latin typeface="Microsoft YaHei"/>
                <a:ea typeface="Microsoft YaHei"/>
              </a:rPr>
              <a:t>内存：</a:t>
            </a:r>
            <a:r>
              <a:rPr lang="en-US" altLang="zh-CN" sz="1200" dirty="0">
                <a:latin typeface="Microsoft YaHei"/>
                <a:ea typeface="Microsoft YaHei"/>
              </a:rPr>
              <a:t>16 GB</a:t>
            </a:r>
            <a:endParaRPr lang="zh-CN" altLang="en-US" sz="1200" dirty="0">
              <a:latin typeface="Microsoft YaHei"/>
              <a:ea typeface="Microsoft YaHei"/>
            </a:endParaRPr>
          </a:p>
          <a:p>
            <a:pPr marL="285750" indent="-285750">
              <a:buFont typeface="Arial"/>
              <a:buChar char="•"/>
            </a:pPr>
            <a:r>
              <a:rPr lang="zh-CN" altLang="en-US" sz="1200">
                <a:latin typeface="Microsoft YaHei"/>
                <a:ea typeface="Microsoft YaHei"/>
              </a:rPr>
              <a:t>存储：</a:t>
            </a:r>
            <a:r>
              <a:rPr lang="en-US" altLang="zh-CN" sz="1200" dirty="0">
                <a:latin typeface="Microsoft YaHei"/>
                <a:ea typeface="Microsoft YaHei"/>
              </a:rPr>
              <a:t>1 TB</a:t>
            </a:r>
            <a:r>
              <a:rPr lang="zh-CN" altLang="en-US" sz="1200" dirty="0">
                <a:latin typeface="Microsoft YaHei"/>
                <a:ea typeface="Microsoft YaHei"/>
              </a:rPr>
              <a:t> </a:t>
            </a:r>
            <a:r>
              <a:rPr lang="en-US" altLang="zh-CN" sz="1200" dirty="0">
                <a:latin typeface="Microsoft YaHei"/>
                <a:ea typeface="Microsoft YaHei"/>
              </a:rPr>
              <a:t>(</a:t>
            </a:r>
            <a:r>
              <a:rPr lang="zh-CN" altLang="en-US" sz="1200">
                <a:latin typeface="Microsoft YaHei"/>
                <a:ea typeface="Microsoft YaHei"/>
              </a:rPr>
              <a:t>建议使用</a:t>
            </a:r>
            <a:r>
              <a:rPr lang="en-US" altLang="zh-CN" sz="1200" dirty="0">
                <a:latin typeface="Microsoft YaHei"/>
                <a:ea typeface="Microsoft YaHei"/>
              </a:rPr>
              <a:t>RAID5</a:t>
            </a:r>
            <a:r>
              <a:rPr lang="zh-CN" altLang="en-US" sz="1200">
                <a:latin typeface="Microsoft YaHei"/>
                <a:ea typeface="Microsoft YaHei"/>
              </a:rPr>
              <a:t>保障数据安全</a:t>
            </a:r>
            <a:r>
              <a:rPr lang="en-US" altLang="zh-CN" sz="1200" dirty="0">
                <a:latin typeface="Microsoft YaHei"/>
                <a:ea typeface="Microsoft YaHei"/>
              </a:rPr>
              <a:t>)</a:t>
            </a:r>
            <a:endParaRPr lang="zh-CN" altLang="en-US" sz="1200">
              <a:latin typeface="Microsoft YaHei"/>
              <a:ea typeface="Microsoft YaHei"/>
            </a:endParaRPr>
          </a:p>
          <a:p>
            <a:pPr marL="285750" indent="-285750">
              <a:buFont typeface="Arial"/>
              <a:buChar char="•"/>
            </a:pPr>
            <a:r>
              <a:rPr lang="zh-CN" altLang="en-US" sz="1200">
                <a:latin typeface="Microsoft YaHei"/>
                <a:ea typeface="Microsoft YaHei"/>
              </a:rPr>
              <a:t>网络：</a:t>
            </a:r>
            <a:r>
              <a:rPr lang="en-US" altLang="zh-CN" sz="1200" dirty="0">
                <a:latin typeface="Microsoft YaHei"/>
                <a:ea typeface="Microsoft YaHei"/>
              </a:rPr>
              <a:t>1000 Mbps</a:t>
            </a:r>
            <a:endParaRPr lang="zh-CN" altLang="en-US" sz="1200">
              <a:latin typeface="Microsoft YaHei"/>
              <a:ea typeface="Microsoft YaHei"/>
            </a:endParaRPr>
          </a:p>
          <a:p>
            <a:r>
              <a:rPr lang="zh-CN" altLang="en-US" sz="1200">
                <a:latin typeface="Microsoft YaHei"/>
                <a:ea typeface="Microsoft YaHei"/>
              </a:rPr>
              <a:t>中型应用 </a:t>
            </a:r>
            <a:r>
              <a:rPr lang="en-US" altLang="zh-CN" sz="1200" dirty="0">
                <a:latin typeface="Microsoft YaHei"/>
                <a:ea typeface="Microsoft YaHei"/>
              </a:rPr>
              <a:t>/ </a:t>
            </a:r>
            <a:r>
              <a:rPr lang="zh-CN" altLang="en-US" sz="1200">
                <a:latin typeface="Microsoft YaHei"/>
                <a:ea typeface="Microsoft YaHei"/>
              </a:rPr>
              <a:t>业务系统</a:t>
            </a:r>
          </a:p>
          <a:p>
            <a:pPr marL="285750" indent="-285750">
              <a:buFont typeface="Arial"/>
              <a:buChar char="•"/>
            </a:pPr>
            <a:r>
              <a:rPr lang="zh-CN" altLang="en-US" sz="1200">
                <a:latin typeface="Microsoft YaHei"/>
                <a:ea typeface="Microsoft YaHei"/>
              </a:rPr>
              <a:t>用户数：</a:t>
            </a:r>
            <a:r>
              <a:rPr lang="en-US" altLang="zh-CN" sz="1200" dirty="0">
                <a:latin typeface="Microsoft YaHei"/>
                <a:ea typeface="Microsoft YaHei"/>
              </a:rPr>
              <a:t>100 - 300</a:t>
            </a:r>
            <a:r>
              <a:rPr lang="zh-CN" altLang="en-US" sz="1200">
                <a:latin typeface="Microsoft YaHei"/>
                <a:ea typeface="Microsoft YaHei"/>
              </a:rPr>
              <a:t>，并发 </a:t>
            </a:r>
            <a:r>
              <a:rPr lang="en-US" altLang="zh-CN" sz="1200" dirty="0">
                <a:latin typeface="Microsoft YaHei"/>
                <a:ea typeface="Microsoft YaHei"/>
              </a:rPr>
              <a:t>&lt; 30</a:t>
            </a:r>
            <a:endParaRPr lang="zh-CN" altLang="en-US" sz="1200">
              <a:latin typeface="Microsoft YaHei"/>
              <a:ea typeface="Microsoft YaHei"/>
            </a:endParaRPr>
          </a:p>
          <a:p>
            <a:pPr marL="285750" indent="-285750">
              <a:buFont typeface="Arial"/>
              <a:buChar char="•"/>
            </a:pPr>
            <a:r>
              <a:rPr lang="en-US" altLang="zh-CN" sz="1200" dirty="0">
                <a:latin typeface="Microsoft YaHei"/>
                <a:ea typeface="Microsoft YaHei"/>
              </a:rPr>
              <a:t>CPU</a:t>
            </a:r>
            <a:r>
              <a:rPr lang="zh-CN" altLang="en-US" sz="1200">
                <a:latin typeface="Microsoft YaHei"/>
                <a:ea typeface="Microsoft YaHei"/>
              </a:rPr>
              <a:t>：</a:t>
            </a:r>
            <a:r>
              <a:rPr lang="en-US" altLang="zh-CN" sz="1200" dirty="0">
                <a:latin typeface="Microsoft YaHei"/>
                <a:ea typeface="Microsoft YaHei"/>
              </a:rPr>
              <a:t>8</a:t>
            </a:r>
            <a:r>
              <a:rPr lang="zh-CN" altLang="en-US" sz="1200">
                <a:latin typeface="Microsoft YaHei"/>
                <a:ea typeface="Microsoft YaHei"/>
              </a:rPr>
              <a:t>核 </a:t>
            </a:r>
            <a:r>
              <a:rPr lang="en-US" altLang="zh-CN" sz="1200" dirty="0">
                <a:latin typeface="Microsoft YaHei"/>
                <a:ea typeface="Microsoft YaHei"/>
              </a:rPr>
              <a:t>(</a:t>
            </a:r>
            <a:r>
              <a:rPr lang="zh-CN" altLang="en-US" sz="1200">
                <a:latin typeface="Microsoft YaHei"/>
                <a:ea typeface="Microsoft YaHei"/>
              </a:rPr>
              <a:t>如英特尔至强银牌 </a:t>
            </a:r>
            <a:r>
              <a:rPr lang="en-US" altLang="zh-CN" sz="1200" dirty="0">
                <a:latin typeface="Microsoft YaHei"/>
                <a:ea typeface="Microsoft YaHei"/>
              </a:rPr>
              <a:t>4208)</a:t>
            </a:r>
            <a:endParaRPr lang="zh-CN" altLang="en-US" sz="1200">
              <a:latin typeface="Microsoft YaHei"/>
              <a:ea typeface="Microsoft YaHei"/>
            </a:endParaRPr>
          </a:p>
          <a:p>
            <a:pPr marL="285750" indent="-285750">
              <a:buFont typeface="Arial"/>
              <a:buChar char="•"/>
            </a:pPr>
            <a:r>
              <a:rPr lang="zh-CN" altLang="en-US" sz="1200">
                <a:latin typeface="Microsoft YaHei"/>
                <a:ea typeface="Microsoft YaHei"/>
              </a:rPr>
              <a:t>内存：</a:t>
            </a:r>
            <a:r>
              <a:rPr lang="en-US" altLang="zh-CN" sz="1200" dirty="0">
                <a:latin typeface="Microsoft YaHei"/>
                <a:ea typeface="Microsoft YaHei"/>
              </a:rPr>
              <a:t>32 GB</a:t>
            </a:r>
            <a:endParaRPr lang="zh-CN" altLang="en-US" sz="1200">
              <a:latin typeface="Microsoft YaHei"/>
              <a:ea typeface="Microsoft YaHei"/>
            </a:endParaRPr>
          </a:p>
          <a:p>
            <a:pPr marL="285750" indent="-285750">
              <a:buFont typeface="Arial"/>
              <a:buChar char="•"/>
            </a:pPr>
            <a:r>
              <a:rPr lang="zh-CN" altLang="en-US" sz="1200">
                <a:latin typeface="Microsoft YaHei"/>
                <a:ea typeface="Microsoft YaHei"/>
              </a:rPr>
              <a:t>存储：</a:t>
            </a:r>
            <a:r>
              <a:rPr lang="en-US" altLang="zh-CN" sz="1200" dirty="0">
                <a:latin typeface="Microsoft YaHei"/>
                <a:ea typeface="Microsoft YaHei"/>
              </a:rPr>
              <a:t>1 TB SSD</a:t>
            </a:r>
            <a:endParaRPr lang="zh-CN" altLang="en-US" sz="1200">
              <a:latin typeface="Microsoft YaHei"/>
              <a:ea typeface="Microsoft YaHei"/>
            </a:endParaRPr>
          </a:p>
          <a:p>
            <a:pPr marL="285750" indent="-285750">
              <a:buFont typeface="Arial"/>
              <a:buChar char="•"/>
            </a:pPr>
            <a:r>
              <a:rPr lang="zh-CN" altLang="en-US" sz="1200">
                <a:latin typeface="Microsoft YaHei"/>
                <a:ea typeface="Microsoft YaHei"/>
              </a:rPr>
              <a:t>网络：</a:t>
            </a:r>
            <a:r>
              <a:rPr lang="en-US" altLang="zh-CN" sz="1200" dirty="0">
                <a:latin typeface="Microsoft YaHei"/>
                <a:ea typeface="Microsoft YaHei"/>
              </a:rPr>
              <a:t>1000 Mbps</a:t>
            </a:r>
            <a:endParaRPr lang="zh-CN" altLang="en-US" sz="1200">
              <a:latin typeface="Microsoft YaHei"/>
              <a:ea typeface="Microsoft YaHei"/>
            </a:endParaRPr>
          </a:p>
          <a:p>
            <a:r>
              <a:rPr lang="zh-CN" altLang="en-US" sz="1200">
                <a:latin typeface="Microsoft YaHei"/>
                <a:ea typeface="Microsoft YaHei"/>
              </a:rPr>
              <a:t>大型应用 </a:t>
            </a:r>
            <a:r>
              <a:rPr lang="en-US" altLang="zh-CN" sz="1200" dirty="0">
                <a:latin typeface="Microsoft YaHei"/>
                <a:ea typeface="Microsoft YaHei"/>
              </a:rPr>
              <a:t>/ </a:t>
            </a:r>
            <a:r>
              <a:rPr lang="zh-CN" altLang="en-US" sz="1200">
                <a:latin typeface="Microsoft YaHei"/>
                <a:ea typeface="Microsoft YaHei"/>
              </a:rPr>
              <a:t>高并发系统</a:t>
            </a:r>
          </a:p>
          <a:p>
            <a:pPr marL="285750" indent="-285750">
              <a:buFont typeface="Arial"/>
              <a:buChar char="•"/>
            </a:pPr>
            <a:r>
              <a:rPr lang="zh-CN" altLang="en-US" sz="1200">
                <a:latin typeface="Microsoft YaHei"/>
                <a:ea typeface="Microsoft YaHei"/>
              </a:rPr>
              <a:t>用户数：</a:t>
            </a:r>
            <a:r>
              <a:rPr lang="en-US" altLang="zh-CN" sz="1200" dirty="0">
                <a:latin typeface="Microsoft YaHei"/>
                <a:ea typeface="Microsoft YaHei"/>
              </a:rPr>
              <a:t>&gt; 500</a:t>
            </a:r>
            <a:r>
              <a:rPr lang="zh-CN" altLang="en-US" sz="1200">
                <a:latin typeface="Microsoft YaHei"/>
                <a:ea typeface="Microsoft YaHei"/>
              </a:rPr>
              <a:t>，并发 </a:t>
            </a:r>
            <a:r>
              <a:rPr lang="en-US" altLang="zh-CN" sz="1200" dirty="0">
                <a:latin typeface="Microsoft YaHei"/>
                <a:ea typeface="Microsoft YaHei"/>
              </a:rPr>
              <a:t>&gt; 100</a:t>
            </a:r>
            <a:endParaRPr lang="zh-CN" altLang="en-US" sz="1200">
              <a:latin typeface="Microsoft YaHei"/>
              <a:ea typeface="Microsoft YaHei"/>
            </a:endParaRPr>
          </a:p>
          <a:p>
            <a:pPr marL="285750" indent="-285750">
              <a:buFont typeface="Arial"/>
              <a:buChar char="•"/>
            </a:pPr>
            <a:r>
              <a:rPr lang="en-US" altLang="zh-CN" sz="1200" dirty="0">
                <a:latin typeface="Microsoft YaHei"/>
                <a:ea typeface="Microsoft YaHei"/>
              </a:rPr>
              <a:t>CPU</a:t>
            </a:r>
            <a:r>
              <a:rPr lang="zh-CN" altLang="en-US" sz="1200">
                <a:latin typeface="Microsoft YaHei"/>
                <a:ea typeface="Microsoft YaHei"/>
              </a:rPr>
              <a:t>：</a:t>
            </a:r>
            <a:r>
              <a:rPr lang="en-US" altLang="zh-CN" sz="1200" dirty="0">
                <a:latin typeface="Microsoft YaHei"/>
                <a:ea typeface="Microsoft YaHei"/>
              </a:rPr>
              <a:t>12</a:t>
            </a:r>
            <a:r>
              <a:rPr lang="zh-CN" altLang="en-US" sz="1200">
                <a:latin typeface="Microsoft YaHei"/>
                <a:ea typeface="Microsoft YaHei"/>
              </a:rPr>
              <a:t>核以上 </a:t>
            </a:r>
            <a:r>
              <a:rPr lang="en-US" altLang="zh-CN" sz="1200" dirty="0">
                <a:latin typeface="Microsoft YaHei"/>
                <a:ea typeface="Microsoft YaHei"/>
              </a:rPr>
              <a:t>(</a:t>
            </a:r>
            <a:r>
              <a:rPr lang="zh-CN" altLang="en-US" sz="1200">
                <a:latin typeface="Microsoft YaHei"/>
                <a:ea typeface="Microsoft YaHei"/>
              </a:rPr>
              <a:t>如英特尔至强金牌 </a:t>
            </a:r>
            <a:r>
              <a:rPr lang="en-US" altLang="zh-CN" sz="1200" dirty="0">
                <a:latin typeface="Microsoft YaHei"/>
                <a:ea typeface="Microsoft YaHei"/>
              </a:rPr>
              <a:t>6226)</a:t>
            </a:r>
            <a:endParaRPr lang="zh-CN" altLang="en-US" sz="1200">
              <a:latin typeface="Microsoft YaHei"/>
              <a:ea typeface="Microsoft YaHei"/>
            </a:endParaRPr>
          </a:p>
          <a:p>
            <a:pPr marL="285750" indent="-285750">
              <a:buFont typeface="Arial"/>
              <a:buChar char="•"/>
            </a:pPr>
            <a:r>
              <a:rPr lang="zh-CN" altLang="en-US" sz="1200">
                <a:latin typeface="Microsoft YaHei"/>
                <a:ea typeface="Microsoft YaHei"/>
              </a:rPr>
              <a:t>内存：</a:t>
            </a:r>
            <a:r>
              <a:rPr lang="en-US" altLang="zh-CN" sz="1200" dirty="0">
                <a:latin typeface="Microsoft YaHei"/>
                <a:ea typeface="Microsoft YaHei"/>
              </a:rPr>
              <a:t>64 GB </a:t>
            </a:r>
            <a:r>
              <a:rPr lang="zh-CN" altLang="en-US" sz="1200">
                <a:latin typeface="Microsoft YaHei"/>
                <a:ea typeface="Microsoft YaHei"/>
              </a:rPr>
              <a:t>以上（数据库服务器建议）</a:t>
            </a:r>
          </a:p>
          <a:p>
            <a:pPr marL="285750" indent="-285750">
              <a:buFont typeface="Arial"/>
              <a:buChar char="•"/>
            </a:pPr>
            <a:r>
              <a:rPr lang="zh-CN" altLang="en-US" sz="1200">
                <a:latin typeface="Microsoft YaHei"/>
                <a:ea typeface="Microsoft YaHei"/>
              </a:rPr>
              <a:t>存储：</a:t>
            </a:r>
            <a:r>
              <a:rPr lang="en-US" altLang="zh-CN" sz="1200" dirty="0">
                <a:latin typeface="Microsoft YaHei"/>
                <a:ea typeface="Microsoft YaHei"/>
              </a:rPr>
              <a:t>600 GB SSD </a:t>
            </a:r>
            <a:r>
              <a:rPr lang="zh-CN" altLang="en-US" sz="1200">
                <a:latin typeface="Microsoft YaHei"/>
                <a:ea typeface="Microsoft YaHei"/>
              </a:rPr>
              <a:t>以上</a:t>
            </a:r>
          </a:p>
          <a:p>
            <a:pPr marL="285750" indent="-285750">
              <a:buFont typeface="Arial"/>
              <a:buChar char="•"/>
            </a:pPr>
            <a:r>
              <a:rPr lang="zh-CN" altLang="en-US" sz="1200">
                <a:latin typeface="Microsoft YaHei"/>
                <a:ea typeface="Microsoft YaHei"/>
              </a:rPr>
              <a:t>网络：</a:t>
            </a:r>
            <a:r>
              <a:rPr lang="en-US" altLang="zh-CN" sz="1200" dirty="0">
                <a:latin typeface="Microsoft YaHei"/>
                <a:ea typeface="Microsoft YaHei"/>
              </a:rPr>
              <a:t>1000 Mbps </a:t>
            </a:r>
            <a:r>
              <a:rPr lang="zh-CN" altLang="en-US" sz="1200">
                <a:latin typeface="Microsoft YaHei"/>
                <a:ea typeface="Microsoft YaHei"/>
              </a:rPr>
              <a:t>以上</a:t>
            </a:r>
          </a:p>
          <a:p>
            <a:r>
              <a:rPr lang="zh-CN" altLang="en-US" sz="1200">
                <a:latin typeface="Microsoft YaHei"/>
                <a:ea typeface="Microsoft YaHei"/>
              </a:rPr>
              <a:t>此外，对于数据库服务器，通常需要比应用服务器更高的内存（如</a:t>
            </a:r>
            <a:r>
              <a:rPr lang="en-US" altLang="zh-CN" sz="1200" dirty="0">
                <a:latin typeface="Microsoft YaHei"/>
                <a:ea typeface="Microsoft YaHei"/>
              </a:rPr>
              <a:t>32GB</a:t>
            </a:r>
            <a:r>
              <a:rPr lang="zh-CN" altLang="en-US" sz="1200">
                <a:latin typeface="Microsoft YaHei"/>
                <a:ea typeface="Microsoft YaHei"/>
              </a:rPr>
              <a:t>起步）和更快的磁盘</a:t>
            </a:r>
            <a:r>
              <a:rPr lang="en-US" altLang="zh-CN" sz="1200" dirty="0">
                <a:latin typeface="Microsoft YaHei"/>
                <a:ea typeface="Microsoft YaHei"/>
              </a:rPr>
              <a:t>I/O</a:t>
            </a:r>
            <a:r>
              <a:rPr lang="zh-CN" altLang="en-US" sz="1200">
                <a:latin typeface="Microsoft YaHei"/>
                <a:ea typeface="Microsoft YaHei"/>
              </a:rPr>
              <a:t>（建议使用</a:t>
            </a:r>
            <a:r>
              <a:rPr lang="en-US" altLang="zh-CN" sz="1200" dirty="0">
                <a:latin typeface="Microsoft YaHei"/>
                <a:ea typeface="Microsoft YaHei"/>
              </a:rPr>
              <a:t>SSD</a:t>
            </a:r>
            <a:r>
              <a:rPr lang="zh-CN" altLang="en-US" sz="1200">
                <a:latin typeface="Microsoft YaHei"/>
                <a:ea typeface="Microsoft YaHei"/>
              </a:rPr>
              <a:t>），以保证数据读写性能。</a:t>
            </a:r>
          </a:p>
          <a:p>
            <a:endParaRPr lang="zh-CN" altLang="en-US" sz="1200" dirty="0">
              <a:latin typeface="Microsoft YaHei"/>
              <a:ea typeface="Microsoft YaHei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F3AB965-ABB0-F4C7-C4D9-60D9DAACDD32}"/>
              </a:ext>
            </a:extLst>
          </p:cNvPr>
          <p:cNvSpPr txBox="1"/>
          <p:nvPr/>
        </p:nvSpPr>
        <p:spPr>
          <a:xfrm>
            <a:off x="8543842" y="4993460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hlinkClick r:id="rId2"/>
              </a:rPr>
              <a:t>亿信华辰数据中台解决方案实践</a:t>
            </a:r>
            <a:endParaRPr lang="en-US" altLang="zh-CN"/>
          </a:p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329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15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6" baseType="lpstr"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687</cp:revision>
  <dcterms:created xsi:type="dcterms:W3CDTF">2026-09-28T10:34:20Z</dcterms:created>
  <dcterms:modified xsi:type="dcterms:W3CDTF">2026-09-28T14:19:38Z</dcterms:modified>
</cp:coreProperties>
</file>